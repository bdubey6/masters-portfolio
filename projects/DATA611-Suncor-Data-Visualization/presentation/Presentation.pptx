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Afacad Flux"/>
      <p:regular r:id="rId21"/>
      <p:bold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Afacad Flux Light"/>
      <p:regular r:id="rId27"/>
      <p:bold r:id="rId28"/>
    </p:embeddedFont>
    <p:embeddedFont>
      <p:font typeface="Afacad Flux SemiBold"/>
      <p:regular r:id="rId29"/>
      <p:bold r:id="rId30"/>
    </p:embeddedFont>
    <p:embeddedFont>
      <p:font typeface="Inter Black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AfacadFlux-bold.fntdata"/><Relationship Id="rId21" Type="http://schemas.openxmlformats.org/officeDocument/2006/relationships/font" Target="fonts/AfacadFlux-regular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AfacadFluxLight-bold.fntdata"/><Relationship Id="rId27" Type="http://schemas.openxmlformats.org/officeDocument/2006/relationships/font" Target="fonts/AfacadFluxLigh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facadFlux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Black-bold.fntdata"/><Relationship Id="rId30" Type="http://schemas.openxmlformats.org/officeDocument/2006/relationships/font" Target="fonts/AfacadFlux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InterBlack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bb4b0632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bb4b0632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bf63422f2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bf63422f2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c1f5c539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c1f5c539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b4b06327e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bb4b06327e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bb4b06327e_0_5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bb4b06327e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bb4b06327e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bb4b06327e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bb4b06327e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bb4b06327e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bb4b06327e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bb4b06327e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bfad8a7a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3bfad8a7a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bb4d0208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bb4d0208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3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457200"/>
            <a:ext cx="8686800" cy="16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228600" y="2006175"/>
            <a:ext cx="4346700" cy="3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3" type="subTitle"/>
          </p:nvPr>
        </p:nvSpPr>
        <p:spPr>
          <a:xfrm>
            <a:off x="228600" y="4843625"/>
            <a:ext cx="6491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4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 rot="-5400000">
            <a:off x="7665000" y="3204727"/>
            <a:ext cx="2112000" cy="846000"/>
          </a:xfrm>
          <a:prstGeom prst="round2SameRect">
            <a:avLst>
              <a:gd fmla="val 4569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1" name="Google Shape;61;p14"/>
          <p:cNvSpPr/>
          <p:nvPr/>
        </p:nvSpPr>
        <p:spPr>
          <a:xfrm rot="5400000">
            <a:off x="-633000" y="3204773"/>
            <a:ext cx="2112000" cy="846000"/>
          </a:xfrm>
          <a:prstGeom prst="round2SameRect">
            <a:avLst>
              <a:gd fmla="val 45691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2" name="Google Shape;62;p14"/>
          <p:cNvSpPr/>
          <p:nvPr>
            <p:ph idx="5" type="pic"/>
          </p:nvPr>
        </p:nvSpPr>
        <p:spPr>
          <a:xfrm>
            <a:off x="976800" y="2569464"/>
            <a:ext cx="7190400" cy="2112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3" name="Google Shape;63;p14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" name="Google Shape;64;p14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 u="sng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BLANK_1_2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28600" y="457200"/>
            <a:ext cx="4296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69" name="Google Shape;69;p15"/>
          <p:cNvSpPr/>
          <p:nvPr>
            <p:ph idx="3" type="pic"/>
          </p:nvPr>
        </p:nvSpPr>
        <p:spPr>
          <a:xfrm>
            <a:off x="6813900" y="1895400"/>
            <a:ext cx="2101500" cy="2788200"/>
          </a:xfrm>
          <a:prstGeom prst="roundRect">
            <a:avLst>
              <a:gd fmla="val 10417" name="adj"/>
            </a:avLst>
          </a:prstGeom>
          <a:noFill/>
          <a:ln>
            <a:noFill/>
          </a:ln>
        </p:spPr>
      </p:sp>
      <p:sp>
        <p:nvSpPr>
          <p:cNvPr id="70" name="Google Shape;70;p15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5"/>
          <p:cNvSpPr txBox="1"/>
          <p:nvPr>
            <p:ph idx="4" type="body"/>
          </p:nvPr>
        </p:nvSpPr>
        <p:spPr>
          <a:xfrm>
            <a:off x="229175" y="1895400"/>
            <a:ext cx="2834100" cy="14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73" name="Google Shape;73;p15"/>
          <p:cNvSpPr txBox="1"/>
          <p:nvPr>
            <p:ph idx="5" type="subTitle"/>
          </p:nvPr>
        </p:nvSpPr>
        <p:spPr>
          <a:xfrm>
            <a:off x="3174375" y="3793975"/>
            <a:ext cx="1350900" cy="35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6" type="subTitle"/>
          </p:nvPr>
        </p:nvSpPr>
        <p:spPr>
          <a:xfrm>
            <a:off x="4618950" y="3793975"/>
            <a:ext cx="1350900" cy="35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7" type="subTitle"/>
          </p:nvPr>
        </p:nvSpPr>
        <p:spPr>
          <a:xfrm>
            <a:off x="4642725" y="4201375"/>
            <a:ext cx="13509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6" name="Google Shape;76;p15"/>
          <p:cNvSpPr txBox="1"/>
          <p:nvPr>
            <p:ph idx="8" type="subTitle"/>
          </p:nvPr>
        </p:nvSpPr>
        <p:spPr>
          <a:xfrm>
            <a:off x="3174375" y="4201375"/>
            <a:ext cx="13509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77" name="Google Shape;77;p15"/>
          <p:cNvSpPr txBox="1"/>
          <p:nvPr>
            <p:ph idx="9" type="subTitle"/>
          </p:nvPr>
        </p:nvSpPr>
        <p:spPr>
          <a:xfrm>
            <a:off x="3423600" y="2054000"/>
            <a:ext cx="3189600" cy="16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15"/>
          <p:cNvSpPr txBox="1"/>
          <p:nvPr>
            <p:ph idx="13" type="subTitle"/>
          </p:nvPr>
        </p:nvSpPr>
        <p:spPr>
          <a:xfrm>
            <a:off x="3423600" y="2894275"/>
            <a:ext cx="31896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CUSTOM_10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6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2_1_1_1_1_1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711275" y="1199100"/>
            <a:ext cx="3813600" cy="5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228600" y="457200"/>
            <a:ext cx="4296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facad Flux SemiBold"/>
              <a:buNone/>
              <a:defRPr sz="18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2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3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grpSp>
        <p:nvGrpSpPr>
          <p:cNvPr id="89" name="Google Shape;89;p17"/>
          <p:cNvGrpSpPr/>
          <p:nvPr/>
        </p:nvGrpSpPr>
        <p:grpSpPr>
          <a:xfrm rot="2700000">
            <a:off x="237956" y="1326863"/>
            <a:ext cx="250839" cy="250839"/>
            <a:chOff x="6251786" y="659047"/>
            <a:chExt cx="250842" cy="250842"/>
          </a:xfrm>
        </p:grpSpPr>
        <p:sp>
          <p:nvSpPr>
            <p:cNvPr id="90" name="Google Shape;90;p17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2" name="Google Shape;92;p17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3" name="Google Shape;93;p17"/>
          <p:cNvGrpSpPr/>
          <p:nvPr/>
        </p:nvGrpSpPr>
        <p:grpSpPr>
          <a:xfrm rot="2700000">
            <a:off x="237956" y="2004275"/>
            <a:ext cx="250839" cy="250839"/>
            <a:chOff x="6251786" y="659047"/>
            <a:chExt cx="250842" cy="250842"/>
          </a:xfrm>
        </p:grpSpPr>
        <p:sp>
          <p:nvSpPr>
            <p:cNvPr id="94" name="Google Shape;94;p17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7" name="Google Shape;97;p17"/>
          <p:cNvGrpSpPr/>
          <p:nvPr/>
        </p:nvGrpSpPr>
        <p:grpSpPr>
          <a:xfrm rot="2700000">
            <a:off x="237956" y="2681688"/>
            <a:ext cx="250839" cy="250839"/>
            <a:chOff x="6251786" y="659047"/>
            <a:chExt cx="250842" cy="250842"/>
          </a:xfrm>
        </p:grpSpPr>
        <p:sp>
          <p:nvSpPr>
            <p:cNvPr id="98" name="Google Shape;98;p17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7"/>
          <p:cNvGrpSpPr/>
          <p:nvPr/>
        </p:nvGrpSpPr>
        <p:grpSpPr>
          <a:xfrm rot="2700000">
            <a:off x="237956" y="3359100"/>
            <a:ext cx="250839" cy="250839"/>
            <a:chOff x="6251786" y="659047"/>
            <a:chExt cx="250842" cy="250842"/>
          </a:xfrm>
        </p:grpSpPr>
        <p:sp>
          <p:nvSpPr>
            <p:cNvPr id="102" name="Google Shape;102;p17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7"/>
          <p:cNvGrpSpPr/>
          <p:nvPr/>
        </p:nvGrpSpPr>
        <p:grpSpPr>
          <a:xfrm rot="2700000">
            <a:off x="237956" y="4036513"/>
            <a:ext cx="250839" cy="250839"/>
            <a:chOff x="6251786" y="659047"/>
            <a:chExt cx="250842" cy="250842"/>
          </a:xfrm>
        </p:grpSpPr>
        <p:sp>
          <p:nvSpPr>
            <p:cNvPr id="106" name="Google Shape;106;p17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9" name="Google Shape;109;p17"/>
          <p:cNvSpPr txBox="1"/>
          <p:nvPr>
            <p:ph idx="4" type="title"/>
          </p:nvPr>
        </p:nvSpPr>
        <p:spPr>
          <a:xfrm>
            <a:off x="711275" y="1914413"/>
            <a:ext cx="3813600" cy="5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5" type="title"/>
          </p:nvPr>
        </p:nvSpPr>
        <p:spPr>
          <a:xfrm>
            <a:off x="711275" y="2629725"/>
            <a:ext cx="3813600" cy="5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6" type="title"/>
          </p:nvPr>
        </p:nvSpPr>
        <p:spPr>
          <a:xfrm>
            <a:off x="711275" y="3345038"/>
            <a:ext cx="3813600" cy="5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7" type="title"/>
          </p:nvPr>
        </p:nvSpPr>
        <p:spPr>
          <a:xfrm>
            <a:off x="711275" y="4060350"/>
            <a:ext cx="3813600" cy="5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3" name="Google Shape;113;p17"/>
          <p:cNvSpPr/>
          <p:nvPr/>
        </p:nvSpPr>
        <p:spPr>
          <a:xfrm>
            <a:off x="6714486" y="3907975"/>
            <a:ext cx="1227600" cy="1227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630361" y="592650"/>
            <a:ext cx="2494200" cy="2494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7"/>
          <p:cNvSpPr/>
          <p:nvPr>
            <p:ph idx="8" type="pic"/>
          </p:nvPr>
        </p:nvSpPr>
        <p:spPr>
          <a:xfrm>
            <a:off x="5434100" y="2461125"/>
            <a:ext cx="1790700" cy="1790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6" name="Google Shape;116;p17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chart">
  <p:cSld name="BLANK_1_1_1_1_1_1_1_1_1_1_1_1_1_1_1_3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idx="1" type="subTitle"/>
          </p:nvPr>
        </p:nvSpPr>
        <p:spPr>
          <a:xfrm>
            <a:off x="228900" y="1798163"/>
            <a:ext cx="2100900" cy="597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2" type="body"/>
          </p:nvPr>
        </p:nvSpPr>
        <p:spPr>
          <a:xfrm>
            <a:off x="228100" y="25767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21" name="Google Shape;121;p18"/>
          <p:cNvSpPr txBox="1"/>
          <p:nvPr>
            <p:ph type="title"/>
          </p:nvPr>
        </p:nvSpPr>
        <p:spPr>
          <a:xfrm>
            <a:off x="228600" y="457200"/>
            <a:ext cx="4296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3" type="subTitle"/>
          </p:nvPr>
        </p:nvSpPr>
        <p:spPr>
          <a:xfrm>
            <a:off x="6082300" y="1798163"/>
            <a:ext cx="2100900" cy="597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4" type="subTitle"/>
          </p:nvPr>
        </p:nvSpPr>
        <p:spPr>
          <a:xfrm>
            <a:off x="3155600" y="1798163"/>
            <a:ext cx="2100900" cy="597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1" sz="24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facad Flux"/>
              <a:buNone/>
              <a:defRPr sz="1200">
                <a:solidFill>
                  <a:schemeClr val="accent3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5" type="subTitle"/>
          </p:nvPr>
        </p:nvSpPr>
        <p:spPr>
          <a:xfrm>
            <a:off x="410400" y="29914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5" name="Google Shape;125;p18"/>
          <p:cNvSpPr txBox="1"/>
          <p:nvPr>
            <p:ph idx="6" type="subTitle"/>
          </p:nvPr>
        </p:nvSpPr>
        <p:spPr>
          <a:xfrm>
            <a:off x="1699750" y="29914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7" type="body"/>
          </p:nvPr>
        </p:nvSpPr>
        <p:spPr>
          <a:xfrm>
            <a:off x="228100" y="36279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27" name="Google Shape;127;p18"/>
          <p:cNvSpPr txBox="1"/>
          <p:nvPr>
            <p:ph idx="8" type="subTitle"/>
          </p:nvPr>
        </p:nvSpPr>
        <p:spPr>
          <a:xfrm>
            <a:off x="410400" y="40426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8" name="Google Shape;128;p18"/>
          <p:cNvSpPr txBox="1"/>
          <p:nvPr>
            <p:ph idx="9" type="subTitle"/>
          </p:nvPr>
        </p:nvSpPr>
        <p:spPr>
          <a:xfrm>
            <a:off x="1699750" y="40426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idx="13" type="body"/>
          </p:nvPr>
        </p:nvSpPr>
        <p:spPr>
          <a:xfrm>
            <a:off x="3154800" y="25767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130" name="Google Shape;130;p18"/>
          <p:cNvSpPr txBox="1"/>
          <p:nvPr>
            <p:ph idx="14" type="subTitle"/>
          </p:nvPr>
        </p:nvSpPr>
        <p:spPr>
          <a:xfrm>
            <a:off x="3337100" y="29914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8"/>
          <p:cNvSpPr txBox="1"/>
          <p:nvPr>
            <p:ph idx="15" type="subTitle"/>
          </p:nvPr>
        </p:nvSpPr>
        <p:spPr>
          <a:xfrm>
            <a:off x="4626450" y="29914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16" type="body"/>
          </p:nvPr>
        </p:nvSpPr>
        <p:spPr>
          <a:xfrm>
            <a:off x="3154800" y="36279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33" name="Google Shape;133;p18"/>
          <p:cNvSpPr txBox="1"/>
          <p:nvPr>
            <p:ph idx="17" type="subTitle"/>
          </p:nvPr>
        </p:nvSpPr>
        <p:spPr>
          <a:xfrm>
            <a:off x="3337100" y="40426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4" name="Google Shape;134;p18"/>
          <p:cNvSpPr txBox="1"/>
          <p:nvPr>
            <p:ph idx="18" type="subTitle"/>
          </p:nvPr>
        </p:nvSpPr>
        <p:spPr>
          <a:xfrm>
            <a:off x="4626450" y="40426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35" name="Google Shape;135;p18"/>
          <p:cNvSpPr txBox="1"/>
          <p:nvPr>
            <p:ph idx="19" type="body"/>
          </p:nvPr>
        </p:nvSpPr>
        <p:spPr>
          <a:xfrm>
            <a:off x="6081500" y="25767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36" name="Google Shape;136;p18"/>
          <p:cNvSpPr txBox="1"/>
          <p:nvPr>
            <p:ph idx="20" type="subTitle"/>
          </p:nvPr>
        </p:nvSpPr>
        <p:spPr>
          <a:xfrm>
            <a:off x="6263800" y="29914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7" name="Google Shape;137;p18"/>
          <p:cNvSpPr txBox="1"/>
          <p:nvPr>
            <p:ph idx="21" type="subTitle"/>
          </p:nvPr>
        </p:nvSpPr>
        <p:spPr>
          <a:xfrm>
            <a:off x="7553150" y="29914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22" type="body"/>
          </p:nvPr>
        </p:nvSpPr>
        <p:spPr>
          <a:xfrm>
            <a:off x="6081500" y="3627900"/>
            <a:ext cx="28344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39" name="Google Shape;139;p18"/>
          <p:cNvSpPr txBox="1"/>
          <p:nvPr>
            <p:ph idx="23" type="subTitle"/>
          </p:nvPr>
        </p:nvSpPr>
        <p:spPr>
          <a:xfrm>
            <a:off x="6263800" y="4042650"/>
            <a:ext cx="9399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0" name="Google Shape;140;p18"/>
          <p:cNvSpPr txBox="1"/>
          <p:nvPr>
            <p:ph idx="24" type="subTitle"/>
          </p:nvPr>
        </p:nvSpPr>
        <p:spPr>
          <a:xfrm>
            <a:off x="7553150" y="4042650"/>
            <a:ext cx="12324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25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26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43" name="Google Shape;143;p18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">
  <p:cSld name="CUSTOM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228600" y="457200"/>
            <a:ext cx="5760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228600" y="1895400"/>
            <a:ext cx="2834700" cy="21120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48" name="Google Shape;148;p19"/>
          <p:cNvSpPr txBox="1"/>
          <p:nvPr>
            <p:ph idx="2" type="body"/>
          </p:nvPr>
        </p:nvSpPr>
        <p:spPr>
          <a:xfrm>
            <a:off x="3154650" y="3024550"/>
            <a:ext cx="1370700" cy="112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49" name="Google Shape;149;p19"/>
          <p:cNvSpPr txBox="1"/>
          <p:nvPr>
            <p:ph idx="3" type="body"/>
          </p:nvPr>
        </p:nvSpPr>
        <p:spPr>
          <a:xfrm>
            <a:off x="4616700" y="3024550"/>
            <a:ext cx="1370700" cy="112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0" name="Google Shape;150;p19"/>
          <p:cNvSpPr txBox="1"/>
          <p:nvPr>
            <p:ph idx="4" type="body"/>
          </p:nvPr>
        </p:nvSpPr>
        <p:spPr>
          <a:xfrm>
            <a:off x="6078750" y="3024550"/>
            <a:ext cx="1370700" cy="112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9"/>
          <p:cNvSpPr txBox="1"/>
          <p:nvPr>
            <p:ph idx="5" type="body"/>
          </p:nvPr>
        </p:nvSpPr>
        <p:spPr>
          <a:xfrm>
            <a:off x="7540800" y="3024550"/>
            <a:ext cx="1370700" cy="112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9"/>
          <p:cNvSpPr txBox="1"/>
          <p:nvPr>
            <p:ph idx="6" type="subTitle"/>
          </p:nvPr>
        </p:nvSpPr>
        <p:spPr>
          <a:xfrm>
            <a:off x="3155275" y="2700171"/>
            <a:ext cx="13707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19"/>
          <p:cNvSpPr txBox="1"/>
          <p:nvPr>
            <p:ph idx="7" type="subTitle"/>
          </p:nvPr>
        </p:nvSpPr>
        <p:spPr>
          <a:xfrm>
            <a:off x="4617950" y="2700171"/>
            <a:ext cx="13707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19"/>
          <p:cNvSpPr txBox="1"/>
          <p:nvPr>
            <p:ph idx="8" type="subTitle"/>
          </p:nvPr>
        </p:nvSpPr>
        <p:spPr>
          <a:xfrm>
            <a:off x="6080625" y="2700171"/>
            <a:ext cx="13707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9" type="subTitle"/>
          </p:nvPr>
        </p:nvSpPr>
        <p:spPr>
          <a:xfrm>
            <a:off x="7543300" y="2700171"/>
            <a:ext cx="13707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13" type="subTitle"/>
          </p:nvPr>
        </p:nvSpPr>
        <p:spPr>
          <a:xfrm>
            <a:off x="3155275" y="1895400"/>
            <a:ext cx="28347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14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58" name="Google Shape;158;p19"/>
          <p:cNvSpPr txBox="1"/>
          <p:nvPr>
            <p:ph idx="15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ALT 1">
  <p:cSld name="CUSTOM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>
            <p:ph idx="2" type="pic"/>
          </p:nvPr>
        </p:nvSpPr>
        <p:spPr>
          <a:xfrm>
            <a:off x="6080425" y="457200"/>
            <a:ext cx="2482500" cy="4229400"/>
          </a:xfrm>
          <a:prstGeom prst="round2DiagRect">
            <a:avLst>
              <a:gd fmla="val 16589" name="adj1"/>
              <a:gd fmla="val 8414" name="adj2"/>
            </a:avLst>
          </a:prstGeom>
          <a:noFill/>
          <a:ln>
            <a:noFill/>
          </a:ln>
        </p:spPr>
      </p:sp>
      <p:sp>
        <p:nvSpPr>
          <p:cNvPr id="163" name="Google Shape;163;p20"/>
          <p:cNvSpPr txBox="1"/>
          <p:nvPr>
            <p:ph idx="1" type="subTitle"/>
          </p:nvPr>
        </p:nvSpPr>
        <p:spPr>
          <a:xfrm>
            <a:off x="6311900" y="3871922"/>
            <a:ext cx="1974900" cy="4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facad Flux"/>
              <a:buNone/>
              <a:defRPr sz="12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164" name="Google Shape;164;p20"/>
          <p:cNvSpPr txBox="1"/>
          <p:nvPr>
            <p:ph idx="3" type="subTitle"/>
          </p:nvPr>
        </p:nvSpPr>
        <p:spPr>
          <a:xfrm>
            <a:off x="6311900" y="4288217"/>
            <a:ext cx="19749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20"/>
          <p:cNvSpPr txBox="1"/>
          <p:nvPr>
            <p:ph idx="4" type="subTitle"/>
          </p:nvPr>
        </p:nvSpPr>
        <p:spPr>
          <a:xfrm>
            <a:off x="3307050" y="3090050"/>
            <a:ext cx="11475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type="title"/>
          </p:nvPr>
        </p:nvSpPr>
        <p:spPr>
          <a:xfrm>
            <a:off x="228600" y="457200"/>
            <a:ext cx="57609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67" name="Google Shape;167;p20"/>
          <p:cNvSpPr txBox="1"/>
          <p:nvPr>
            <p:ph idx="5" type="body"/>
          </p:nvPr>
        </p:nvSpPr>
        <p:spPr>
          <a:xfrm>
            <a:off x="228600" y="1895400"/>
            <a:ext cx="2834700" cy="21120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8" name="Google Shape;168;p20"/>
          <p:cNvSpPr txBox="1"/>
          <p:nvPr>
            <p:ph idx="6" type="subTitle"/>
          </p:nvPr>
        </p:nvSpPr>
        <p:spPr>
          <a:xfrm>
            <a:off x="3307050" y="2115200"/>
            <a:ext cx="1974900" cy="3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9" name="Google Shape;169;p20"/>
          <p:cNvSpPr txBox="1"/>
          <p:nvPr>
            <p:ph idx="7" type="subTitle"/>
          </p:nvPr>
        </p:nvSpPr>
        <p:spPr>
          <a:xfrm>
            <a:off x="3307050" y="3517427"/>
            <a:ext cx="11475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8" type="subTitle"/>
          </p:nvPr>
        </p:nvSpPr>
        <p:spPr>
          <a:xfrm>
            <a:off x="4618950" y="3090050"/>
            <a:ext cx="11475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9" type="subTitle"/>
          </p:nvPr>
        </p:nvSpPr>
        <p:spPr>
          <a:xfrm>
            <a:off x="4618950" y="3517427"/>
            <a:ext cx="11475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13" type="subTitle"/>
          </p:nvPr>
        </p:nvSpPr>
        <p:spPr>
          <a:xfrm>
            <a:off x="3307050" y="3840813"/>
            <a:ext cx="11475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14" type="subTitle"/>
          </p:nvPr>
        </p:nvSpPr>
        <p:spPr>
          <a:xfrm>
            <a:off x="3307050" y="4268190"/>
            <a:ext cx="11475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15" type="subTitle"/>
          </p:nvPr>
        </p:nvSpPr>
        <p:spPr>
          <a:xfrm>
            <a:off x="4618950" y="3840813"/>
            <a:ext cx="11475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16" type="subTitle"/>
          </p:nvPr>
        </p:nvSpPr>
        <p:spPr>
          <a:xfrm>
            <a:off x="4618950" y="4268190"/>
            <a:ext cx="11475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76" name="Google Shape;176;p20"/>
          <p:cNvSpPr txBox="1"/>
          <p:nvPr>
            <p:ph idx="17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18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highlights">
  <p:cSld name="CUSTOM_2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idx="1" type="subTitle"/>
          </p:nvPr>
        </p:nvSpPr>
        <p:spPr>
          <a:xfrm>
            <a:off x="228600" y="1966725"/>
            <a:ext cx="2997300" cy="8289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183" name="Google Shape;183;p21"/>
          <p:cNvSpPr txBox="1"/>
          <p:nvPr>
            <p:ph idx="2" type="subTitle"/>
          </p:nvPr>
        </p:nvSpPr>
        <p:spPr>
          <a:xfrm>
            <a:off x="228600" y="1611825"/>
            <a:ext cx="2834700" cy="354900"/>
          </a:xfrm>
          <a:prstGeom prst="rect">
            <a:avLst/>
          </a:prstGeom>
        </p:spPr>
        <p:txBody>
          <a:bodyPr anchorCtr="0" anchor="t" bIns="9142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4" name="Google Shape;184;p21"/>
          <p:cNvSpPr txBox="1"/>
          <p:nvPr>
            <p:ph idx="3" type="subTitle"/>
          </p:nvPr>
        </p:nvSpPr>
        <p:spPr>
          <a:xfrm>
            <a:off x="228600" y="2876550"/>
            <a:ext cx="1974900" cy="1707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/>
            </a:lvl9pPr>
          </a:lstStyle>
          <a:p/>
        </p:txBody>
      </p:sp>
      <p:sp>
        <p:nvSpPr>
          <p:cNvPr id="185" name="Google Shape;185;p21"/>
          <p:cNvSpPr txBox="1"/>
          <p:nvPr>
            <p:ph idx="4" type="subTitle"/>
          </p:nvPr>
        </p:nvSpPr>
        <p:spPr>
          <a:xfrm>
            <a:off x="228600" y="3158550"/>
            <a:ext cx="1974900" cy="1707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6" name="Google Shape;186;p21"/>
          <p:cNvSpPr txBox="1"/>
          <p:nvPr>
            <p:ph idx="5" type="body"/>
          </p:nvPr>
        </p:nvSpPr>
        <p:spPr>
          <a:xfrm>
            <a:off x="6813900" y="1611825"/>
            <a:ext cx="2101500" cy="16320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6" type="subTitle"/>
          </p:nvPr>
        </p:nvSpPr>
        <p:spPr>
          <a:xfrm>
            <a:off x="2329800" y="3937425"/>
            <a:ext cx="1974900" cy="4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8" name="Google Shape;188;p21"/>
          <p:cNvSpPr txBox="1"/>
          <p:nvPr>
            <p:ph idx="7" type="subTitle"/>
          </p:nvPr>
        </p:nvSpPr>
        <p:spPr>
          <a:xfrm>
            <a:off x="2329800" y="4382000"/>
            <a:ext cx="19749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21"/>
          <p:cNvSpPr txBox="1"/>
          <p:nvPr>
            <p:ph idx="8" type="subTitle"/>
          </p:nvPr>
        </p:nvSpPr>
        <p:spPr>
          <a:xfrm>
            <a:off x="228600" y="3677848"/>
            <a:ext cx="19749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 sz="12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9" type="subTitle"/>
          </p:nvPr>
        </p:nvSpPr>
        <p:spPr>
          <a:xfrm>
            <a:off x="228600" y="3937425"/>
            <a:ext cx="1974900" cy="4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1" name="Google Shape;191;p21"/>
          <p:cNvSpPr txBox="1"/>
          <p:nvPr>
            <p:ph idx="13" type="subTitle"/>
          </p:nvPr>
        </p:nvSpPr>
        <p:spPr>
          <a:xfrm>
            <a:off x="228600" y="4382000"/>
            <a:ext cx="19749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2" name="Google Shape;192;p21"/>
          <p:cNvSpPr txBox="1"/>
          <p:nvPr>
            <p:ph idx="14" type="subTitle"/>
          </p:nvPr>
        </p:nvSpPr>
        <p:spPr>
          <a:xfrm>
            <a:off x="4328100" y="3937425"/>
            <a:ext cx="1974900" cy="4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3" name="Google Shape;193;p21"/>
          <p:cNvSpPr txBox="1"/>
          <p:nvPr>
            <p:ph idx="15" type="subTitle"/>
          </p:nvPr>
        </p:nvSpPr>
        <p:spPr>
          <a:xfrm>
            <a:off x="4328100" y="4382000"/>
            <a:ext cx="19749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4" name="Google Shape;194;p21"/>
          <p:cNvSpPr txBox="1"/>
          <p:nvPr>
            <p:ph idx="16" type="subTitle"/>
          </p:nvPr>
        </p:nvSpPr>
        <p:spPr>
          <a:xfrm>
            <a:off x="6720000" y="3848538"/>
            <a:ext cx="1974900" cy="4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17" type="subTitle"/>
          </p:nvPr>
        </p:nvSpPr>
        <p:spPr>
          <a:xfrm>
            <a:off x="6720000" y="4382000"/>
            <a:ext cx="1974900" cy="1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 SemiBold"/>
              <a:buNone/>
              <a:defRPr sz="12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96" name="Google Shape;196;p21"/>
          <p:cNvSpPr txBox="1"/>
          <p:nvPr>
            <p:ph type="title"/>
          </p:nvPr>
        </p:nvSpPr>
        <p:spPr>
          <a:xfrm>
            <a:off x="228600" y="457200"/>
            <a:ext cx="57609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97" name="Google Shape;197;p21"/>
          <p:cNvSpPr txBox="1"/>
          <p:nvPr>
            <p:ph idx="18" type="subTitle"/>
          </p:nvPr>
        </p:nvSpPr>
        <p:spPr>
          <a:xfrm>
            <a:off x="3337932" y="1966725"/>
            <a:ext cx="2834700" cy="8289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21"/>
          <p:cNvSpPr txBox="1"/>
          <p:nvPr>
            <p:ph idx="19" type="subTitle"/>
          </p:nvPr>
        </p:nvSpPr>
        <p:spPr>
          <a:xfrm>
            <a:off x="3337932" y="1611825"/>
            <a:ext cx="2834700" cy="354900"/>
          </a:xfrm>
          <a:prstGeom prst="rect">
            <a:avLst/>
          </a:prstGeom>
        </p:spPr>
        <p:txBody>
          <a:bodyPr anchorCtr="0" anchor="t" bIns="91425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21"/>
          <p:cNvSpPr txBox="1"/>
          <p:nvPr>
            <p:ph idx="20" type="subTitle"/>
          </p:nvPr>
        </p:nvSpPr>
        <p:spPr>
          <a:xfrm>
            <a:off x="3337932" y="2876550"/>
            <a:ext cx="1974900" cy="1707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21"/>
          <p:cNvSpPr txBox="1"/>
          <p:nvPr>
            <p:ph idx="21" type="subTitle"/>
          </p:nvPr>
        </p:nvSpPr>
        <p:spPr>
          <a:xfrm>
            <a:off x="3337932" y="3158550"/>
            <a:ext cx="1974900" cy="1707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01" name="Google Shape;201;p21"/>
          <p:cNvGrpSpPr/>
          <p:nvPr/>
        </p:nvGrpSpPr>
        <p:grpSpPr>
          <a:xfrm rot="2700000">
            <a:off x="6193285" y="4054405"/>
            <a:ext cx="250839" cy="250839"/>
            <a:chOff x="6251786" y="659047"/>
            <a:chExt cx="250842" cy="250842"/>
          </a:xfrm>
        </p:grpSpPr>
        <p:sp>
          <p:nvSpPr>
            <p:cNvPr id="202" name="Google Shape;202;p21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5" name="Google Shape;205;p21"/>
          <p:cNvSpPr txBox="1"/>
          <p:nvPr>
            <p:ph idx="22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206" name="Google Shape;206;p21"/>
          <p:cNvSpPr txBox="1"/>
          <p:nvPr>
            <p:ph idx="23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207" name="Google Shape;207;p21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cards">
  <p:cSld name="BLANK_1_1_1_1_1_1_1_1_1_1_1_1_1_1_1_1_1_2"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/>
          <p:nvPr>
            <p:ph idx="2" type="pic"/>
          </p:nvPr>
        </p:nvSpPr>
        <p:spPr>
          <a:xfrm>
            <a:off x="2604225" y="636025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1" name="Google Shape;211;p22"/>
          <p:cNvSpPr/>
          <p:nvPr>
            <p:ph idx="3" type="pic"/>
          </p:nvPr>
        </p:nvSpPr>
        <p:spPr>
          <a:xfrm>
            <a:off x="4799225" y="636025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2" name="Google Shape;212;p22"/>
          <p:cNvSpPr/>
          <p:nvPr>
            <p:ph idx="4" type="pic"/>
          </p:nvPr>
        </p:nvSpPr>
        <p:spPr>
          <a:xfrm>
            <a:off x="6994225" y="636025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3" name="Google Shape;213;p22"/>
          <p:cNvSpPr/>
          <p:nvPr>
            <p:ph idx="5" type="pic"/>
          </p:nvPr>
        </p:nvSpPr>
        <p:spPr>
          <a:xfrm>
            <a:off x="2604225" y="2794350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4" name="Google Shape;214;p22"/>
          <p:cNvSpPr/>
          <p:nvPr>
            <p:ph idx="6" type="pic"/>
          </p:nvPr>
        </p:nvSpPr>
        <p:spPr>
          <a:xfrm>
            <a:off x="4799225" y="2794350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5" name="Google Shape;215;p22"/>
          <p:cNvSpPr/>
          <p:nvPr>
            <p:ph idx="7" type="pic"/>
          </p:nvPr>
        </p:nvSpPr>
        <p:spPr>
          <a:xfrm>
            <a:off x="6994225" y="2794350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216" name="Google Shape;216;p22"/>
          <p:cNvSpPr txBox="1"/>
          <p:nvPr>
            <p:ph type="title"/>
          </p:nvPr>
        </p:nvSpPr>
        <p:spPr>
          <a:xfrm>
            <a:off x="228600" y="457200"/>
            <a:ext cx="2101200" cy="13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1" type="subTitle"/>
          </p:nvPr>
        </p:nvSpPr>
        <p:spPr>
          <a:xfrm>
            <a:off x="2423700" y="212717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8" type="subTitle"/>
          </p:nvPr>
        </p:nvSpPr>
        <p:spPr>
          <a:xfrm>
            <a:off x="2423700" y="1540276"/>
            <a:ext cx="2101200" cy="5748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22"/>
          <p:cNvSpPr txBox="1"/>
          <p:nvPr>
            <p:ph idx="9" type="subTitle"/>
          </p:nvPr>
        </p:nvSpPr>
        <p:spPr>
          <a:xfrm>
            <a:off x="2418750" y="4285050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0" name="Google Shape;220;p22"/>
          <p:cNvSpPr txBox="1"/>
          <p:nvPr>
            <p:ph idx="13" type="subTitle"/>
          </p:nvPr>
        </p:nvSpPr>
        <p:spPr>
          <a:xfrm>
            <a:off x="2423700" y="3691554"/>
            <a:ext cx="2101200" cy="5760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22"/>
          <p:cNvSpPr txBox="1"/>
          <p:nvPr>
            <p:ph idx="14" type="subTitle"/>
          </p:nvPr>
        </p:nvSpPr>
        <p:spPr>
          <a:xfrm>
            <a:off x="4618800" y="212717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p22"/>
          <p:cNvSpPr txBox="1"/>
          <p:nvPr>
            <p:ph idx="15" type="subTitle"/>
          </p:nvPr>
        </p:nvSpPr>
        <p:spPr>
          <a:xfrm>
            <a:off x="4618800" y="1540276"/>
            <a:ext cx="2101200" cy="5748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22"/>
          <p:cNvSpPr txBox="1"/>
          <p:nvPr>
            <p:ph idx="16" type="subTitle"/>
          </p:nvPr>
        </p:nvSpPr>
        <p:spPr>
          <a:xfrm>
            <a:off x="4613850" y="4288536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4" name="Google Shape;224;p22"/>
          <p:cNvSpPr txBox="1"/>
          <p:nvPr>
            <p:ph idx="17" type="subTitle"/>
          </p:nvPr>
        </p:nvSpPr>
        <p:spPr>
          <a:xfrm>
            <a:off x="4613825" y="3691554"/>
            <a:ext cx="2101200" cy="5760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22"/>
          <p:cNvSpPr txBox="1"/>
          <p:nvPr>
            <p:ph idx="18" type="subTitle"/>
          </p:nvPr>
        </p:nvSpPr>
        <p:spPr>
          <a:xfrm>
            <a:off x="6813963" y="212717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22"/>
          <p:cNvSpPr txBox="1"/>
          <p:nvPr>
            <p:ph idx="19" type="subTitle"/>
          </p:nvPr>
        </p:nvSpPr>
        <p:spPr>
          <a:xfrm>
            <a:off x="6816750" y="1540376"/>
            <a:ext cx="2101200" cy="5748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22"/>
          <p:cNvSpPr txBox="1"/>
          <p:nvPr>
            <p:ph idx="20" type="subTitle"/>
          </p:nvPr>
        </p:nvSpPr>
        <p:spPr>
          <a:xfrm>
            <a:off x="6809013" y="4288536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22"/>
          <p:cNvSpPr txBox="1"/>
          <p:nvPr>
            <p:ph idx="21" type="subTitle"/>
          </p:nvPr>
        </p:nvSpPr>
        <p:spPr>
          <a:xfrm>
            <a:off x="6813888" y="3691554"/>
            <a:ext cx="2101200" cy="5760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22"/>
          <p:cNvSpPr txBox="1"/>
          <p:nvPr>
            <p:ph idx="22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230" name="Google Shape;230;p22"/>
          <p:cNvSpPr txBox="1"/>
          <p:nvPr>
            <p:ph idx="23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231" name="Google Shape;231;p22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 cards">
  <p:cSld name="BLANK_1_1_1_1_1_1_1_1_1_1_1_1_1_1_1_2_1">
    <p:bg>
      <p:bgPr>
        <a:solidFill>
          <a:schemeClr val="dk2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6" name="Google Shape;236;p23"/>
          <p:cNvSpPr txBox="1"/>
          <p:nvPr>
            <p:ph type="title"/>
          </p:nvPr>
        </p:nvSpPr>
        <p:spPr>
          <a:xfrm>
            <a:off x="228600" y="457200"/>
            <a:ext cx="4296600" cy="7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37" name="Google Shape;237;p23"/>
          <p:cNvSpPr/>
          <p:nvPr>
            <p:ph idx="2" type="pic"/>
          </p:nvPr>
        </p:nvSpPr>
        <p:spPr>
          <a:xfrm>
            <a:off x="424725" y="2021200"/>
            <a:ext cx="673200" cy="673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3"/>
          <p:cNvSpPr txBox="1"/>
          <p:nvPr>
            <p:ph idx="3" type="subTitle"/>
          </p:nvPr>
        </p:nvSpPr>
        <p:spPr>
          <a:xfrm>
            <a:off x="228450" y="314311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9" name="Google Shape;239;p23"/>
          <p:cNvSpPr txBox="1"/>
          <p:nvPr>
            <p:ph idx="4" type="subTitle"/>
          </p:nvPr>
        </p:nvSpPr>
        <p:spPr>
          <a:xfrm>
            <a:off x="228450" y="2694397"/>
            <a:ext cx="2101200" cy="4365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0" name="Google Shape;240;p23"/>
          <p:cNvSpPr txBox="1"/>
          <p:nvPr>
            <p:ph idx="5" type="body"/>
          </p:nvPr>
        </p:nvSpPr>
        <p:spPr>
          <a:xfrm>
            <a:off x="228450" y="3478500"/>
            <a:ext cx="2101200" cy="12051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23"/>
          <p:cNvSpPr/>
          <p:nvPr>
            <p:ph idx="6" type="pic"/>
          </p:nvPr>
        </p:nvSpPr>
        <p:spPr>
          <a:xfrm>
            <a:off x="2620050" y="2021200"/>
            <a:ext cx="673200" cy="673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3"/>
          <p:cNvSpPr txBox="1"/>
          <p:nvPr>
            <p:ph idx="7" type="subTitle"/>
          </p:nvPr>
        </p:nvSpPr>
        <p:spPr>
          <a:xfrm>
            <a:off x="2423775" y="314311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3" name="Google Shape;243;p23"/>
          <p:cNvSpPr txBox="1"/>
          <p:nvPr>
            <p:ph idx="8" type="subTitle"/>
          </p:nvPr>
        </p:nvSpPr>
        <p:spPr>
          <a:xfrm>
            <a:off x="2423775" y="2694397"/>
            <a:ext cx="2101200" cy="4365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4" name="Google Shape;244;p23"/>
          <p:cNvSpPr txBox="1"/>
          <p:nvPr>
            <p:ph idx="9" type="body"/>
          </p:nvPr>
        </p:nvSpPr>
        <p:spPr>
          <a:xfrm>
            <a:off x="2423775" y="3478500"/>
            <a:ext cx="2101200" cy="12051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23"/>
          <p:cNvSpPr/>
          <p:nvPr>
            <p:ph idx="13" type="pic"/>
          </p:nvPr>
        </p:nvSpPr>
        <p:spPr>
          <a:xfrm>
            <a:off x="4815375" y="2021200"/>
            <a:ext cx="673200" cy="673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3"/>
          <p:cNvSpPr txBox="1"/>
          <p:nvPr>
            <p:ph idx="14" type="subTitle"/>
          </p:nvPr>
        </p:nvSpPr>
        <p:spPr>
          <a:xfrm>
            <a:off x="4619100" y="314311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7" name="Google Shape;247;p23"/>
          <p:cNvSpPr txBox="1"/>
          <p:nvPr>
            <p:ph idx="15" type="subTitle"/>
          </p:nvPr>
        </p:nvSpPr>
        <p:spPr>
          <a:xfrm>
            <a:off x="4619100" y="2694397"/>
            <a:ext cx="2101200" cy="4365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48" name="Google Shape;248;p23"/>
          <p:cNvSpPr txBox="1"/>
          <p:nvPr>
            <p:ph idx="16" type="body"/>
          </p:nvPr>
        </p:nvSpPr>
        <p:spPr>
          <a:xfrm>
            <a:off x="4619100" y="3478500"/>
            <a:ext cx="2101200" cy="12051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9" name="Google Shape;249;p23"/>
          <p:cNvSpPr/>
          <p:nvPr>
            <p:ph idx="17" type="pic"/>
          </p:nvPr>
        </p:nvSpPr>
        <p:spPr>
          <a:xfrm>
            <a:off x="7010700" y="2021200"/>
            <a:ext cx="673200" cy="673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3"/>
          <p:cNvSpPr txBox="1"/>
          <p:nvPr>
            <p:ph idx="18" type="subTitle"/>
          </p:nvPr>
        </p:nvSpPr>
        <p:spPr>
          <a:xfrm>
            <a:off x="6814425" y="3143115"/>
            <a:ext cx="2101200" cy="305700"/>
          </a:xfrm>
          <a:prstGeom prst="rect">
            <a:avLst/>
          </a:prstGeom>
        </p:spPr>
        <p:txBody>
          <a:bodyPr anchorCtr="0" anchor="t" bIns="182875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51" name="Google Shape;251;p23"/>
          <p:cNvSpPr txBox="1"/>
          <p:nvPr>
            <p:ph idx="19" type="subTitle"/>
          </p:nvPr>
        </p:nvSpPr>
        <p:spPr>
          <a:xfrm>
            <a:off x="6814425" y="2694397"/>
            <a:ext cx="2101200" cy="436500"/>
          </a:xfrm>
          <a:prstGeom prst="rect">
            <a:avLst/>
          </a:prstGeom>
        </p:spPr>
        <p:txBody>
          <a:bodyPr anchorCtr="0" anchor="b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52" name="Google Shape;252;p23"/>
          <p:cNvSpPr txBox="1"/>
          <p:nvPr>
            <p:ph idx="20" type="body"/>
          </p:nvPr>
        </p:nvSpPr>
        <p:spPr>
          <a:xfrm>
            <a:off x="6814425" y="3461064"/>
            <a:ext cx="2101200" cy="12051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3" name="Google Shape;253;p23"/>
          <p:cNvSpPr txBox="1"/>
          <p:nvPr>
            <p:ph idx="2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3"/>
          <p:cNvSpPr txBox="1"/>
          <p:nvPr>
            <p:ph idx="2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255" name="Google Shape;255;p23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2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4 cards - ALT">
  <p:cSld name="BLANK_1_1_1_1_1_1_1_1_1_1_1_1_1_1_1_2_1_1">
    <p:bg>
      <p:bgPr>
        <a:solidFill>
          <a:schemeClr val="dk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/>
          <p:nvPr>
            <p:ph idx="2" type="pic"/>
          </p:nvPr>
        </p:nvSpPr>
        <p:spPr>
          <a:xfrm>
            <a:off x="3907788" y="1988400"/>
            <a:ext cx="427500" cy="427500"/>
          </a:xfrm>
          <a:prstGeom prst="roundRect">
            <a:avLst>
              <a:gd fmla="val 2546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4"/>
          <p:cNvSpPr/>
          <p:nvPr>
            <p:ph idx="3" type="pic"/>
          </p:nvPr>
        </p:nvSpPr>
        <p:spPr>
          <a:xfrm>
            <a:off x="6099275" y="1988400"/>
            <a:ext cx="427500" cy="427500"/>
          </a:xfrm>
          <a:prstGeom prst="roundRect">
            <a:avLst>
              <a:gd fmla="val 25468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24"/>
          <p:cNvSpPr/>
          <p:nvPr>
            <p:ph idx="4" type="pic"/>
          </p:nvPr>
        </p:nvSpPr>
        <p:spPr>
          <a:xfrm>
            <a:off x="8290763" y="1988400"/>
            <a:ext cx="427500" cy="427500"/>
          </a:xfrm>
          <a:prstGeom prst="roundRect">
            <a:avLst>
              <a:gd fmla="val 2546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4"/>
          <p:cNvSpPr/>
          <p:nvPr>
            <p:ph idx="5" type="pic"/>
          </p:nvPr>
        </p:nvSpPr>
        <p:spPr>
          <a:xfrm>
            <a:off x="3399288" y="1988400"/>
            <a:ext cx="427500" cy="427500"/>
          </a:xfrm>
          <a:prstGeom prst="roundRect">
            <a:avLst>
              <a:gd fmla="val 2546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4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24"/>
          <p:cNvSpPr txBox="1"/>
          <p:nvPr>
            <p:ph idx="6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24"/>
          <p:cNvSpPr txBox="1"/>
          <p:nvPr>
            <p:ph type="title"/>
          </p:nvPr>
        </p:nvSpPr>
        <p:spPr>
          <a:xfrm>
            <a:off x="228600" y="457200"/>
            <a:ext cx="4296600" cy="7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65" name="Google Shape;265;p24"/>
          <p:cNvSpPr txBox="1"/>
          <p:nvPr>
            <p:ph idx="7" type="subTitle"/>
          </p:nvPr>
        </p:nvSpPr>
        <p:spPr>
          <a:xfrm>
            <a:off x="228450" y="1983900"/>
            <a:ext cx="1488000" cy="436500"/>
          </a:xfrm>
          <a:prstGeom prst="rect">
            <a:avLst/>
          </a:prstGeom>
        </p:spPr>
        <p:txBody>
          <a:bodyPr anchorCtr="0" anchor="t" bIns="182875" lIns="18287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solidFill>
                  <a:schemeClr val="dk2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266" name="Google Shape;266;p24"/>
          <p:cNvSpPr txBox="1"/>
          <p:nvPr>
            <p:ph idx="8" type="body"/>
          </p:nvPr>
        </p:nvSpPr>
        <p:spPr>
          <a:xfrm>
            <a:off x="228450" y="2668644"/>
            <a:ext cx="2101200" cy="19392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7" name="Google Shape;267;p24"/>
          <p:cNvSpPr txBox="1"/>
          <p:nvPr>
            <p:ph idx="9" type="subTitle"/>
          </p:nvPr>
        </p:nvSpPr>
        <p:spPr>
          <a:xfrm>
            <a:off x="2423200" y="1983900"/>
            <a:ext cx="976200" cy="436500"/>
          </a:xfrm>
          <a:prstGeom prst="rect">
            <a:avLst/>
          </a:prstGeom>
        </p:spPr>
        <p:txBody>
          <a:bodyPr anchorCtr="0" anchor="t" bIns="182875" lIns="18287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Inter Black"/>
              <a:buNone/>
              <a:defRPr sz="3000">
                <a:solidFill>
                  <a:schemeClr val="lt2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268" name="Google Shape;268;p24"/>
          <p:cNvSpPr txBox="1"/>
          <p:nvPr>
            <p:ph idx="13" type="body"/>
          </p:nvPr>
        </p:nvSpPr>
        <p:spPr>
          <a:xfrm>
            <a:off x="2423775" y="2668644"/>
            <a:ext cx="2101200" cy="19392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9" name="Google Shape;269;p24"/>
          <p:cNvSpPr txBox="1"/>
          <p:nvPr>
            <p:ph idx="14" type="subTitle"/>
          </p:nvPr>
        </p:nvSpPr>
        <p:spPr>
          <a:xfrm>
            <a:off x="4617950" y="1983900"/>
            <a:ext cx="1488000" cy="436500"/>
          </a:xfrm>
          <a:prstGeom prst="rect">
            <a:avLst/>
          </a:prstGeom>
        </p:spPr>
        <p:txBody>
          <a:bodyPr anchorCtr="0" anchor="t" bIns="182875" lIns="18287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nter Black"/>
              <a:buNone/>
              <a:defRPr sz="3000">
                <a:solidFill>
                  <a:schemeClr val="lt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270" name="Google Shape;270;p24"/>
          <p:cNvSpPr txBox="1"/>
          <p:nvPr>
            <p:ph idx="15" type="body"/>
          </p:nvPr>
        </p:nvSpPr>
        <p:spPr>
          <a:xfrm>
            <a:off x="4619100" y="2668644"/>
            <a:ext cx="2101200" cy="19392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71" name="Google Shape;271;p24"/>
          <p:cNvSpPr txBox="1"/>
          <p:nvPr>
            <p:ph idx="16" type="subTitle"/>
          </p:nvPr>
        </p:nvSpPr>
        <p:spPr>
          <a:xfrm>
            <a:off x="6812125" y="1983900"/>
            <a:ext cx="1476300" cy="436500"/>
          </a:xfrm>
          <a:prstGeom prst="rect">
            <a:avLst/>
          </a:prstGeom>
        </p:spPr>
        <p:txBody>
          <a:bodyPr anchorCtr="0" anchor="t" bIns="182875" lIns="18287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nter Black"/>
              <a:buNone/>
              <a:defRPr sz="3000"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/>
        </p:txBody>
      </p:sp>
      <p:sp>
        <p:nvSpPr>
          <p:cNvPr id="272" name="Google Shape;272;p24"/>
          <p:cNvSpPr txBox="1"/>
          <p:nvPr>
            <p:ph idx="17" type="body"/>
          </p:nvPr>
        </p:nvSpPr>
        <p:spPr>
          <a:xfrm>
            <a:off x="6814225" y="2668650"/>
            <a:ext cx="2101200" cy="2015400"/>
          </a:xfrm>
          <a:prstGeom prst="rect">
            <a:avLst/>
          </a:prstGeom>
        </p:spPr>
        <p:txBody>
          <a:bodyPr anchorCtr="0" anchor="t" bIns="9142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3" name="Google Shape;273;p24"/>
          <p:cNvSpPr/>
          <p:nvPr>
            <p:ph idx="18" type="pic"/>
          </p:nvPr>
        </p:nvSpPr>
        <p:spPr>
          <a:xfrm>
            <a:off x="1716300" y="1988400"/>
            <a:ext cx="427500" cy="427500"/>
          </a:xfrm>
          <a:prstGeom prst="roundRect">
            <a:avLst>
              <a:gd fmla="val 2546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4"/>
          <p:cNvSpPr/>
          <p:nvPr/>
        </p:nvSpPr>
        <p:spPr>
          <a:xfrm rot="10800000">
            <a:off x="8637300" y="457200"/>
            <a:ext cx="278100" cy="278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5" name="Google Shape;275;p24"/>
          <p:cNvGrpSpPr/>
          <p:nvPr/>
        </p:nvGrpSpPr>
        <p:grpSpPr>
          <a:xfrm rot="10800000">
            <a:off x="8694334" y="513115"/>
            <a:ext cx="163248" cy="163248"/>
            <a:chOff x="6251786" y="659047"/>
            <a:chExt cx="250842" cy="250842"/>
          </a:xfrm>
        </p:grpSpPr>
        <p:sp>
          <p:nvSpPr>
            <p:cNvPr id="276" name="Google Shape;276;p24"/>
            <p:cNvSpPr/>
            <p:nvPr/>
          </p:nvSpPr>
          <p:spPr>
            <a:xfrm rot="-2700000">
              <a:off x="6256849" y="727455"/>
              <a:ext cx="240717" cy="114027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6436525" y="699100"/>
              <a:ext cx="26700" cy="119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 rot="5400000">
              <a:off x="6390925" y="652300"/>
              <a:ext cx="25500" cy="119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9" name="Google Shape;279;p24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Three storyboards ALT 2">
  <p:cSld name="BLANK_1_1_1_1_1_1_1_1_1_1_1_1_1_1_1_1_1_1">
    <p:bg>
      <p:bgPr>
        <a:solidFill>
          <a:schemeClr val="dk2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/>
          <p:nvPr>
            <p:ph idx="2" type="pic"/>
          </p:nvPr>
        </p:nvSpPr>
        <p:spPr>
          <a:xfrm>
            <a:off x="2423700" y="457200"/>
            <a:ext cx="2101200" cy="4226400"/>
          </a:xfrm>
          <a:prstGeom prst="round2DiagRect">
            <a:avLst>
              <a:gd fmla="val 16667" name="adj1"/>
              <a:gd fmla="val 4331" name="adj2"/>
            </a:avLst>
          </a:prstGeom>
          <a:noFill/>
          <a:ln>
            <a:noFill/>
          </a:ln>
        </p:spPr>
      </p:sp>
      <p:sp>
        <p:nvSpPr>
          <p:cNvPr id="283" name="Google Shape;283;p25"/>
          <p:cNvSpPr txBox="1"/>
          <p:nvPr>
            <p:ph idx="1" type="body"/>
          </p:nvPr>
        </p:nvSpPr>
        <p:spPr>
          <a:xfrm>
            <a:off x="2423700" y="3632000"/>
            <a:ext cx="2101200" cy="803700"/>
          </a:xfrm>
          <a:prstGeom prst="rect">
            <a:avLst/>
          </a:prstGeom>
        </p:spPr>
        <p:txBody>
          <a:bodyPr anchorCtr="0" anchor="b" bIns="0" lIns="182875" spcFirstLastPara="1" rIns="18287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4" name="Google Shape;284;p25"/>
          <p:cNvSpPr txBox="1"/>
          <p:nvPr>
            <p:ph idx="3" type="subTitle"/>
          </p:nvPr>
        </p:nvSpPr>
        <p:spPr>
          <a:xfrm>
            <a:off x="2621850" y="707500"/>
            <a:ext cx="1722000" cy="4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5" name="Google Shape;285;p25"/>
          <p:cNvSpPr txBox="1"/>
          <p:nvPr>
            <p:ph type="title"/>
          </p:nvPr>
        </p:nvSpPr>
        <p:spPr>
          <a:xfrm>
            <a:off x="228600" y="457200"/>
            <a:ext cx="21012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86" name="Google Shape;286;p25"/>
          <p:cNvSpPr/>
          <p:nvPr>
            <p:ph idx="4" type="pic"/>
          </p:nvPr>
        </p:nvSpPr>
        <p:spPr>
          <a:xfrm>
            <a:off x="4618800" y="457200"/>
            <a:ext cx="2101200" cy="4226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87" name="Google Shape;287;p25"/>
          <p:cNvSpPr txBox="1"/>
          <p:nvPr>
            <p:ph idx="5" type="body"/>
          </p:nvPr>
        </p:nvSpPr>
        <p:spPr>
          <a:xfrm>
            <a:off x="4618800" y="3632000"/>
            <a:ext cx="2101200" cy="803700"/>
          </a:xfrm>
          <a:prstGeom prst="rect">
            <a:avLst/>
          </a:prstGeom>
        </p:spPr>
        <p:txBody>
          <a:bodyPr anchorCtr="0" anchor="b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idx="6" type="subTitle"/>
          </p:nvPr>
        </p:nvSpPr>
        <p:spPr>
          <a:xfrm>
            <a:off x="4816950" y="707500"/>
            <a:ext cx="1722000" cy="4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9" name="Google Shape;289;p25"/>
          <p:cNvSpPr/>
          <p:nvPr>
            <p:ph idx="7" type="pic"/>
          </p:nvPr>
        </p:nvSpPr>
        <p:spPr>
          <a:xfrm>
            <a:off x="6813900" y="457200"/>
            <a:ext cx="2101200" cy="4226400"/>
          </a:xfrm>
          <a:prstGeom prst="round2DiagRect">
            <a:avLst>
              <a:gd fmla="val 4790" name="adj1"/>
              <a:gd fmla="val 16652" name="adj2"/>
            </a:avLst>
          </a:prstGeom>
          <a:noFill/>
          <a:ln>
            <a:noFill/>
          </a:ln>
        </p:spPr>
      </p:sp>
      <p:sp>
        <p:nvSpPr>
          <p:cNvPr id="290" name="Google Shape;290;p25"/>
          <p:cNvSpPr txBox="1"/>
          <p:nvPr>
            <p:ph idx="8" type="body"/>
          </p:nvPr>
        </p:nvSpPr>
        <p:spPr>
          <a:xfrm>
            <a:off x="6813900" y="3632000"/>
            <a:ext cx="2101200" cy="803700"/>
          </a:xfrm>
          <a:prstGeom prst="rect">
            <a:avLst/>
          </a:prstGeom>
        </p:spPr>
        <p:txBody>
          <a:bodyPr anchorCtr="0" anchor="b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25"/>
          <p:cNvSpPr txBox="1"/>
          <p:nvPr>
            <p:ph idx="9" type="subTitle"/>
          </p:nvPr>
        </p:nvSpPr>
        <p:spPr>
          <a:xfrm>
            <a:off x="7012050" y="707500"/>
            <a:ext cx="1722000" cy="4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SemiBold"/>
              <a:buNone/>
              <a:defRPr sz="12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2" name="Google Shape;292;p25"/>
          <p:cNvSpPr txBox="1"/>
          <p:nvPr>
            <p:ph idx="13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5"/>
          <p:cNvSpPr txBox="1"/>
          <p:nvPr>
            <p:ph idx="14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25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Google Shape;295;p25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BLANK_1_1_1_1_1_1_1_1_1_1_1_1_1_1_1_1_1_1_3">
    <p:bg>
      <p:bgPr>
        <a:solidFill>
          <a:schemeClr val="dk2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"/>
          <p:cNvSpPr txBox="1"/>
          <p:nvPr>
            <p:ph type="title"/>
          </p:nvPr>
        </p:nvSpPr>
        <p:spPr>
          <a:xfrm>
            <a:off x="228600" y="457200"/>
            <a:ext cx="86868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98" name="Google Shape;298;p26"/>
          <p:cNvSpPr txBox="1"/>
          <p:nvPr>
            <p:ph idx="1" type="body"/>
          </p:nvPr>
        </p:nvSpPr>
        <p:spPr>
          <a:xfrm>
            <a:off x="2423700" y="3866575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6"/>
          <p:cNvSpPr txBox="1"/>
          <p:nvPr>
            <p:ph idx="2" type="body"/>
          </p:nvPr>
        </p:nvSpPr>
        <p:spPr>
          <a:xfrm>
            <a:off x="6080700" y="3866586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0" name="Google Shape;300;p26"/>
          <p:cNvSpPr txBox="1"/>
          <p:nvPr>
            <p:ph idx="3" type="subTitle"/>
          </p:nvPr>
        </p:nvSpPr>
        <p:spPr>
          <a:xfrm>
            <a:off x="228600" y="3866586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01" name="Google Shape;301;p26"/>
          <p:cNvSpPr txBox="1"/>
          <p:nvPr>
            <p:ph idx="4" type="body"/>
          </p:nvPr>
        </p:nvSpPr>
        <p:spPr>
          <a:xfrm>
            <a:off x="2423700" y="2870775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2" name="Google Shape;302;p26"/>
          <p:cNvSpPr txBox="1"/>
          <p:nvPr>
            <p:ph idx="5" type="body"/>
          </p:nvPr>
        </p:nvSpPr>
        <p:spPr>
          <a:xfrm>
            <a:off x="6080700" y="2870773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3" name="Google Shape;303;p26"/>
          <p:cNvSpPr txBox="1"/>
          <p:nvPr>
            <p:ph idx="6" type="subTitle"/>
          </p:nvPr>
        </p:nvSpPr>
        <p:spPr>
          <a:xfrm>
            <a:off x="228600" y="2870773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idx="7" type="body"/>
          </p:nvPr>
        </p:nvSpPr>
        <p:spPr>
          <a:xfrm>
            <a:off x="2423700" y="1864324"/>
            <a:ext cx="3364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5" name="Google Shape;305;p26"/>
          <p:cNvSpPr txBox="1"/>
          <p:nvPr>
            <p:ph idx="8" type="body"/>
          </p:nvPr>
        </p:nvSpPr>
        <p:spPr>
          <a:xfrm>
            <a:off x="6080700" y="1864336"/>
            <a:ext cx="2834700" cy="7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●"/>
              <a:defRPr sz="1000">
                <a:solidFill>
                  <a:schemeClr val="accen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○"/>
              <a:defRPr sz="1000">
                <a:solidFill>
                  <a:schemeClr val="accen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Char char="■"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6" name="Google Shape;306;p26"/>
          <p:cNvSpPr txBox="1"/>
          <p:nvPr>
            <p:ph idx="9" type="subTitle"/>
          </p:nvPr>
        </p:nvSpPr>
        <p:spPr>
          <a:xfrm>
            <a:off x="228600" y="1864336"/>
            <a:ext cx="21012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facad Flux"/>
              <a:buNone/>
              <a:defRPr sz="12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07" name="Google Shape;307;p26"/>
          <p:cNvSpPr txBox="1"/>
          <p:nvPr>
            <p:ph idx="13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" name="Google Shape;308;p26"/>
          <p:cNvSpPr txBox="1"/>
          <p:nvPr>
            <p:ph idx="14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" name="Google Shape;309;p26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4">
    <p:bg>
      <p:bgPr>
        <a:solidFill>
          <a:schemeClr val="l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"/>
          <p:cNvSpPr/>
          <p:nvPr>
            <p:ph idx="2" type="pic"/>
          </p:nvPr>
        </p:nvSpPr>
        <p:spPr>
          <a:xfrm>
            <a:off x="228525" y="3337900"/>
            <a:ext cx="4296600" cy="157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3" name="Google Shape;313;p27"/>
          <p:cNvSpPr txBox="1"/>
          <p:nvPr>
            <p:ph type="title"/>
          </p:nvPr>
        </p:nvSpPr>
        <p:spPr>
          <a:xfrm>
            <a:off x="228600" y="457200"/>
            <a:ext cx="4296600" cy="17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14" name="Google Shape;314;p27"/>
          <p:cNvSpPr/>
          <p:nvPr/>
        </p:nvSpPr>
        <p:spPr>
          <a:xfrm>
            <a:off x="4665600" y="3337800"/>
            <a:ext cx="4296600" cy="1574400"/>
          </a:xfrm>
          <a:prstGeom prst="roundRect">
            <a:avLst>
              <a:gd fmla="val 2276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7"/>
          <p:cNvSpPr/>
          <p:nvPr>
            <p:ph idx="3" type="pic"/>
          </p:nvPr>
        </p:nvSpPr>
        <p:spPr>
          <a:xfrm>
            <a:off x="4788749" y="3489346"/>
            <a:ext cx="775500" cy="777300"/>
          </a:xfrm>
          <a:prstGeom prst="roundRect">
            <a:avLst>
              <a:gd fmla="val 30222" name="adj"/>
            </a:avLst>
          </a:prstGeom>
          <a:noFill/>
          <a:ln>
            <a:noFill/>
          </a:ln>
        </p:spPr>
      </p:sp>
      <p:sp>
        <p:nvSpPr>
          <p:cNvPr id="316" name="Google Shape;316;p27"/>
          <p:cNvSpPr txBox="1"/>
          <p:nvPr>
            <p:ph idx="1" type="subTitle"/>
          </p:nvPr>
        </p:nvSpPr>
        <p:spPr>
          <a:xfrm>
            <a:off x="5725725" y="3489356"/>
            <a:ext cx="2593800" cy="7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7" name="Google Shape;317;p27"/>
          <p:cNvSpPr txBox="1"/>
          <p:nvPr>
            <p:ph idx="4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" name="Google Shape;318;p27"/>
          <p:cNvSpPr txBox="1"/>
          <p:nvPr>
            <p:ph idx="5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9" name="Google Shape;319;p27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27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">
  <p:cSld name="CUSTOM_4">
    <p:bg>
      <p:bgPr>
        <a:solidFill>
          <a:schemeClr val="dk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/>
          <p:nvPr>
            <p:ph idx="2" type="pic"/>
          </p:nvPr>
        </p:nvSpPr>
        <p:spPr>
          <a:xfrm>
            <a:off x="6847700" y="457200"/>
            <a:ext cx="2075700" cy="200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3" name="Google Shape;323;p28"/>
          <p:cNvSpPr/>
          <p:nvPr>
            <p:ph idx="3" type="pic"/>
          </p:nvPr>
        </p:nvSpPr>
        <p:spPr>
          <a:xfrm>
            <a:off x="4619775" y="2651760"/>
            <a:ext cx="2075700" cy="202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4" name="Google Shape;324;p28"/>
          <p:cNvSpPr txBox="1"/>
          <p:nvPr>
            <p:ph idx="1" type="subTitle"/>
          </p:nvPr>
        </p:nvSpPr>
        <p:spPr>
          <a:xfrm>
            <a:off x="228600" y="458200"/>
            <a:ext cx="42963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facad Flux SemiBold"/>
              <a:buNone/>
              <a:defRPr sz="180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8"/>
          <p:cNvSpPr txBox="1"/>
          <p:nvPr>
            <p:ph type="title"/>
          </p:nvPr>
        </p:nvSpPr>
        <p:spPr>
          <a:xfrm>
            <a:off x="228600" y="1478100"/>
            <a:ext cx="4296300" cy="21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facad Flux"/>
              <a:buNone/>
              <a:defRPr sz="4400">
                <a:solidFill>
                  <a:schemeClr val="lt2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26" name="Google Shape;326;p28"/>
          <p:cNvSpPr txBox="1"/>
          <p:nvPr>
            <p:ph idx="4" type="subTitle"/>
          </p:nvPr>
        </p:nvSpPr>
        <p:spPr>
          <a:xfrm>
            <a:off x="4618950" y="1625800"/>
            <a:ext cx="20928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7" name="Google Shape;327;p28"/>
          <p:cNvSpPr txBox="1"/>
          <p:nvPr>
            <p:ph idx="5" type="subTitle"/>
          </p:nvPr>
        </p:nvSpPr>
        <p:spPr>
          <a:xfrm>
            <a:off x="6840713" y="3803800"/>
            <a:ext cx="20736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28" name="Google Shape;328;p28"/>
          <p:cNvSpPr txBox="1"/>
          <p:nvPr>
            <p:ph idx="6" type="subTitle"/>
          </p:nvPr>
        </p:nvSpPr>
        <p:spPr>
          <a:xfrm>
            <a:off x="4620813" y="3803800"/>
            <a:ext cx="20736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 sz="18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28"/>
          <p:cNvSpPr txBox="1"/>
          <p:nvPr>
            <p:ph idx="7" type="subTitle"/>
          </p:nvPr>
        </p:nvSpPr>
        <p:spPr>
          <a:xfrm>
            <a:off x="6848750" y="1632850"/>
            <a:ext cx="2073600" cy="875700"/>
          </a:xfrm>
          <a:prstGeom prst="rect">
            <a:avLst/>
          </a:prstGeom>
        </p:spPr>
        <p:txBody>
          <a:bodyPr anchorCtr="0" anchor="b" bIns="18287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 sz="18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0" name="Google Shape;330;p28"/>
          <p:cNvSpPr txBox="1"/>
          <p:nvPr>
            <p:ph idx="8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8"/>
          <p:cNvSpPr txBox="1"/>
          <p:nvPr>
            <p:ph idx="9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2" name="Google Shape;332;p28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28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3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 txBox="1"/>
          <p:nvPr>
            <p:ph type="title"/>
          </p:nvPr>
        </p:nvSpPr>
        <p:spPr>
          <a:xfrm>
            <a:off x="228600" y="457200"/>
            <a:ext cx="2834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36" name="Google Shape;336;p29"/>
          <p:cNvSpPr/>
          <p:nvPr>
            <p:ph idx="2" type="pic"/>
          </p:nvPr>
        </p:nvSpPr>
        <p:spPr>
          <a:xfrm>
            <a:off x="4618950" y="2127025"/>
            <a:ext cx="2095500" cy="2556600"/>
          </a:xfrm>
          <a:prstGeom prst="round2DiagRect">
            <a:avLst>
              <a:gd fmla="val 6123" name="adj1"/>
              <a:gd fmla="val 17325" name="adj2"/>
            </a:avLst>
          </a:prstGeom>
          <a:noFill/>
          <a:ln>
            <a:noFill/>
          </a:ln>
        </p:spPr>
      </p:sp>
      <p:sp>
        <p:nvSpPr>
          <p:cNvPr id="337" name="Google Shape;337;p29"/>
          <p:cNvSpPr txBox="1"/>
          <p:nvPr>
            <p:ph idx="1" type="subTitle"/>
          </p:nvPr>
        </p:nvSpPr>
        <p:spPr>
          <a:xfrm>
            <a:off x="416800" y="2248625"/>
            <a:ext cx="17190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38" name="Google Shape;338;p29"/>
          <p:cNvSpPr txBox="1"/>
          <p:nvPr>
            <p:ph idx="3" type="subTitle"/>
          </p:nvPr>
        </p:nvSpPr>
        <p:spPr>
          <a:xfrm>
            <a:off x="2612000" y="2248622"/>
            <a:ext cx="17190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39" name="Google Shape;339;p29"/>
          <p:cNvSpPr txBox="1"/>
          <p:nvPr>
            <p:ph idx="4" type="subTitle"/>
          </p:nvPr>
        </p:nvSpPr>
        <p:spPr>
          <a:xfrm>
            <a:off x="7002400" y="2248622"/>
            <a:ext cx="17190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 SemiBold"/>
              <a:buNone/>
              <a:defRPr sz="18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40" name="Google Shape;340;p29"/>
          <p:cNvSpPr txBox="1"/>
          <p:nvPr>
            <p:ph idx="5" type="subTitle"/>
          </p:nvPr>
        </p:nvSpPr>
        <p:spPr>
          <a:xfrm>
            <a:off x="292150" y="1448425"/>
            <a:ext cx="442500" cy="28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1" name="Google Shape;341;p29"/>
          <p:cNvSpPr txBox="1"/>
          <p:nvPr>
            <p:ph idx="6" type="subTitle"/>
          </p:nvPr>
        </p:nvSpPr>
        <p:spPr>
          <a:xfrm>
            <a:off x="2496825" y="1448413"/>
            <a:ext cx="442500" cy="28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2" name="Google Shape;342;p29"/>
          <p:cNvSpPr txBox="1"/>
          <p:nvPr>
            <p:ph idx="7" type="subTitle"/>
          </p:nvPr>
        </p:nvSpPr>
        <p:spPr>
          <a:xfrm>
            <a:off x="4701500" y="1448413"/>
            <a:ext cx="442500" cy="28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3" name="Google Shape;343;p29"/>
          <p:cNvSpPr txBox="1"/>
          <p:nvPr>
            <p:ph idx="8" type="subTitle"/>
          </p:nvPr>
        </p:nvSpPr>
        <p:spPr>
          <a:xfrm>
            <a:off x="6879000" y="1448363"/>
            <a:ext cx="442500" cy="28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44" name="Google Shape;344;p29"/>
          <p:cNvSpPr txBox="1"/>
          <p:nvPr>
            <p:ph idx="9" type="subTitle"/>
          </p:nvPr>
        </p:nvSpPr>
        <p:spPr>
          <a:xfrm>
            <a:off x="4807200" y="2248622"/>
            <a:ext cx="17190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facad Flux SemiBold"/>
              <a:buNone/>
              <a:defRPr sz="1800">
                <a:solidFill>
                  <a:schemeClr val="accent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facad Flux SemiBold"/>
              <a:buNone/>
              <a:defRPr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45" name="Google Shape;345;p29"/>
          <p:cNvSpPr txBox="1"/>
          <p:nvPr>
            <p:ph idx="13" type="body"/>
          </p:nvPr>
        </p:nvSpPr>
        <p:spPr>
          <a:xfrm>
            <a:off x="416800" y="2596875"/>
            <a:ext cx="17190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14" type="body"/>
          </p:nvPr>
        </p:nvSpPr>
        <p:spPr>
          <a:xfrm>
            <a:off x="2612000" y="2596875"/>
            <a:ext cx="17190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7" name="Google Shape;347;p29"/>
          <p:cNvSpPr txBox="1"/>
          <p:nvPr>
            <p:ph idx="15" type="body"/>
          </p:nvPr>
        </p:nvSpPr>
        <p:spPr>
          <a:xfrm>
            <a:off x="4807200" y="2723100"/>
            <a:ext cx="1719000" cy="147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29"/>
          <p:cNvSpPr txBox="1"/>
          <p:nvPr>
            <p:ph idx="16" type="body"/>
          </p:nvPr>
        </p:nvSpPr>
        <p:spPr>
          <a:xfrm>
            <a:off x="7002404" y="2535463"/>
            <a:ext cx="1719000" cy="59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9" name="Google Shape;349;p29"/>
          <p:cNvSpPr txBox="1"/>
          <p:nvPr>
            <p:ph idx="17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50" name="Google Shape;350;p29"/>
          <p:cNvSpPr txBox="1"/>
          <p:nvPr>
            <p:ph idx="18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51" name="Google Shape;351;p29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wth">
  <p:cSld name="CUSTOM_5">
    <p:bg>
      <p:bgPr>
        <a:solidFill>
          <a:schemeClr val="dk2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"/>
          <p:cNvSpPr txBox="1"/>
          <p:nvPr>
            <p:ph type="title"/>
          </p:nvPr>
        </p:nvSpPr>
        <p:spPr>
          <a:xfrm>
            <a:off x="228600" y="457200"/>
            <a:ext cx="86868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1" type="subTitle"/>
          </p:nvPr>
        </p:nvSpPr>
        <p:spPr>
          <a:xfrm>
            <a:off x="228600" y="23510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" type="subTitle"/>
          </p:nvPr>
        </p:nvSpPr>
        <p:spPr>
          <a:xfrm>
            <a:off x="2423700" y="16041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3" type="subTitle"/>
          </p:nvPr>
        </p:nvSpPr>
        <p:spPr>
          <a:xfrm>
            <a:off x="4618875" y="930975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facad Flux"/>
              <a:buNone/>
              <a:defRPr b="1" sz="4800">
                <a:solidFill>
                  <a:schemeClr val="accen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4" type="subTitle"/>
          </p:nvPr>
        </p:nvSpPr>
        <p:spPr>
          <a:xfrm>
            <a:off x="6969925" y="602650"/>
            <a:ext cx="798000" cy="6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facad Flux"/>
              <a:buNone/>
              <a:defRPr b="1" sz="4800"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59" name="Google Shape;359;p30"/>
          <p:cNvSpPr txBox="1"/>
          <p:nvPr>
            <p:ph idx="5" type="subTitle"/>
          </p:nvPr>
        </p:nvSpPr>
        <p:spPr>
          <a:xfrm>
            <a:off x="228600" y="303171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0" name="Google Shape;360;p30"/>
          <p:cNvSpPr txBox="1"/>
          <p:nvPr>
            <p:ph idx="6" type="subTitle"/>
          </p:nvPr>
        </p:nvSpPr>
        <p:spPr>
          <a:xfrm>
            <a:off x="2423700" y="227736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1" name="Google Shape;361;p30"/>
          <p:cNvSpPr txBox="1"/>
          <p:nvPr>
            <p:ph idx="7" type="subTitle"/>
          </p:nvPr>
        </p:nvSpPr>
        <p:spPr>
          <a:xfrm>
            <a:off x="4618950" y="1604163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2" name="Google Shape;362;p30"/>
          <p:cNvSpPr txBox="1"/>
          <p:nvPr>
            <p:ph idx="8" type="subTitle"/>
          </p:nvPr>
        </p:nvSpPr>
        <p:spPr>
          <a:xfrm>
            <a:off x="6969925" y="1303838"/>
            <a:ext cx="1519200" cy="1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9pPr>
          </a:lstStyle>
          <a:p/>
        </p:txBody>
      </p:sp>
      <p:sp>
        <p:nvSpPr>
          <p:cNvPr id="363" name="Google Shape;363;p30"/>
          <p:cNvSpPr/>
          <p:nvPr>
            <p:ph idx="9" type="pic"/>
          </p:nvPr>
        </p:nvSpPr>
        <p:spPr>
          <a:xfrm>
            <a:off x="6814050" y="2222500"/>
            <a:ext cx="2101200" cy="2190600"/>
          </a:xfrm>
          <a:prstGeom prst="roundRect">
            <a:avLst>
              <a:gd fmla="val 10856" name="adj"/>
            </a:avLst>
          </a:prstGeom>
          <a:noFill/>
          <a:ln>
            <a:noFill/>
          </a:ln>
        </p:spPr>
      </p:sp>
      <p:sp>
        <p:nvSpPr>
          <p:cNvPr id="364" name="Google Shape;364;p30"/>
          <p:cNvSpPr txBox="1"/>
          <p:nvPr>
            <p:ph idx="13" type="subTitle"/>
          </p:nvPr>
        </p:nvSpPr>
        <p:spPr>
          <a:xfrm>
            <a:off x="254625" y="4540875"/>
            <a:ext cx="874200" cy="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0"/>
          <p:cNvSpPr txBox="1"/>
          <p:nvPr>
            <p:ph idx="14" type="subTitle"/>
          </p:nvPr>
        </p:nvSpPr>
        <p:spPr>
          <a:xfrm>
            <a:off x="2423700" y="4540875"/>
            <a:ext cx="910500" cy="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30"/>
          <p:cNvSpPr txBox="1"/>
          <p:nvPr>
            <p:ph idx="15" type="subTitle"/>
          </p:nvPr>
        </p:nvSpPr>
        <p:spPr>
          <a:xfrm>
            <a:off x="4618950" y="4540875"/>
            <a:ext cx="874200" cy="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30"/>
          <p:cNvSpPr txBox="1"/>
          <p:nvPr>
            <p:ph idx="16" type="subTitle"/>
          </p:nvPr>
        </p:nvSpPr>
        <p:spPr>
          <a:xfrm>
            <a:off x="6814050" y="4540875"/>
            <a:ext cx="874200" cy="1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30"/>
          <p:cNvSpPr txBox="1"/>
          <p:nvPr>
            <p:ph idx="17" type="body"/>
          </p:nvPr>
        </p:nvSpPr>
        <p:spPr>
          <a:xfrm>
            <a:off x="345600" y="3503675"/>
            <a:ext cx="1857000" cy="75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9" name="Google Shape;369;p30"/>
          <p:cNvSpPr txBox="1"/>
          <p:nvPr>
            <p:ph idx="18" type="body"/>
          </p:nvPr>
        </p:nvSpPr>
        <p:spPr>
          <a:xfrm>
            <a:off x="2545800" y="3503675"/>
            <a:ext cx="1857000" cy="752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0" name="Google Shape;370;p30"/>
          <p:cNvSpPr txBox="1"/>
          <p:nvPr>
            <p:ph idx="19" type="body"/>
          </p:nvPr>
        </p:nvSpPr>
        <p:spPr>
          <a:xfrm>
            <a:off x="4740975" y="3503675"/>
            <a:ext cx="1857000" cy="75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1" name="Google Shape;371;p30"/>
          <p:cNvSpPr txBox="1"/>
          <p:nvPr>
            <p:ph idx="20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" name="Google Shape;372;p30"/>
          <p:cNvSpPr txBox="1"/>
          <p:nvPr>
            <p:ph idx="21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3" name="Google Shape;373;p30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30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 ALT 1">
  <p:cSld name="CUSTOM_6">
    <p:bg>
      <p:bgPr>
        <a:solidFill>
          <a:schemeClr val="lt2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1"/>
          <p:cNvSpPr txBox="1"/>
          <p:nvPr>
            <p:ph type="title"/>
          </p:nvPr>
        </p:nvSpPr>
        <p:spPr>
          <a:xfrm>
            <a:off x="228600" y="457200"/>
            <a:ext cx="4296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" type="subTitle"/>
          </p:nvPr>
        </p:nvSpPr>
        <p:spPr>
          <a:xfrm>
            <a:off x="471750" y="2260200"/>
            <a:ext cx="1714500" cy="28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8" name="Google Shape;378;p31"/>
          <p:cNvSpPr txBox="1"/>
          <p:nvPr>
            <p:ph idx="2" type="subTitle"/>
          </p:nvPr>
        </p:nvSpPr>
        <p:spPr>
          <a:xfrm>
            <a:off x="2617350" y="2260200"/>
            <a:ext cx="1714500" cy="28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79" name="Google Shape;379;p31"/>
          <p:cNvSpPr txBox="1"/>
          <p:nvPr>
            <p:ph idx="3" type="subTitle"/>
          </p:nvPr>
        </p:nvSpPr>
        <p:spPr>
          <a:xfrm>
            <a:off x="4812300" y="2260200"/>
            <a:ext cx="1714500" cy="28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0" name="Google Shape;380;p31"/>
          <p:cNvSpPr txBox="1"/>
          <p:nvPr>
            <p:ph idx="4" type="subTitle"/>
          </p:nvPr>
        </p:nvSpPr>
        <p:spPr>
          <a:xfrm>
            <a:off x="7005300" y="2260200"/>
            <a:ext cx="1714500" cy="28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81" name="Google Shape;381;p31"/>
          <p:cNvSpPr txBox="1"/>
          <p:nvPr>
            <p:ph idx="5" type="body"/>
          </p:nvPr>
        </p:nvSpPr>
        <p:spPr>
          <a:xfrm>
            <a:off x="228525" y="2894650"/>
            <a:ext cx="2101200" cy="13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2" name="Google Shape;382;p31"/>
          <p:cNvSpPr txBox="1"/>
          <p:nvPr>
            <p:ph idx="6" type="body"/>
          </p:nvPr>
        </p:nvSpPr>
        <p:spPr>
          <a:xfrm>
            <a:off x="2423850" y="2894650"/>
            <a:ext cx="2101200" cy="13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3" name="Google Shape;383;p31"/>
          <p:cNvSpPr txBox="1"/>
          <p:nvPr>
            <p:ph idx="7" type="body"/>
          </p:nvPr>
        </p:nvSpPr>
        <p:spPr>
          <a:xfrm>
            <a:off x="4619175" y="2894650"/>
            <a:ext cx="2101200" cy="13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4" name="Google Shape;384;p31"/>
          <p:cNvSpPr txBox="1"/>
          <p:nvPr>
            <p:ph idx="8" type="body"/>
          </p:nvPr>
        </p:nvSpPr>
        <p:spPr>
          <a:xfrm>
            <a:off x="6875100" y="2894650"/>
            <a:ext cx="2101200" cy="13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85" name="Google Shape;385;p31"/>
          <p:cNvSpPr txBox="1"/>
          <p:nvPr>
            <p:ph idx="9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86" name="Google Shape;386;p31"/>
          <p:cNvSpPr txBox="1"/>
          <p:nvPr>
            <p:ph idx="13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87" name="Google Shape;387;p31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31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 charts layout">
  <p:cSld name="CUSTOM_7">
    <p:bg>
      <p:bgPr>
        <a:solidFill>
          <a:schemeClr val="lt2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 txBox="1"/>
          <p:nvPr>
            <p:ph type="title"/>
          </p:nvPr>
        </p:nvSpPr>
        <p:spPr>
          <a:xfrm>
            <a:off x="228600" y="457200"/>
            <a:ext cx="4296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b="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91" name="Google Shape;391;p32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92" name="Google Shape;392;p32"/>
          <p:cNvSpPr txBox="1"/>
          <p:nvPr>
            <p:ph idx="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393" name="Google Shape;393;p32"/>
          <p:cNvSpPr txBox="1"/>
          <p:nvPr>
            <p:ph idx="3" type="body"/>
          </p:nvPr>
        </p:nvSpPr>
        <p:spPr>
          <a:xfrm>
            <a:off x="246150" y="1070200"/>
            <a:ext cx="2177700" cy="1869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4" name="Google Shape;394;p32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32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 chart">
  <p:cSld name="CUSTOM_8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3"/>
          <p:cNvSpPr txBox="1"/>
          <p:nvPr>
            <p:ph type="title"/>
          </p:nvPr>
        </p:nvSpPr>
        <p:spPr>
          <a:xfrm>
            <a:off x="228600" y="457200"/>
            <a:ext cx="6482400" cy="6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398" name="Google Shape;398;p33"/>
          <p:cNvSpPr/>
          <p:nvPr>
            <p:ph idx="2" type="pic"/>
          </p:nvPr>
        </p:nvSpPr>
        <p:spPr>
          <a:xfrm>
            <a:off x="313850" y="1801500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33"/>
          <p:cNvSpPr/>
          <p:nvPr>
            <p:ph idx="3" type="pic"/>
          </p:nvPr>
        </p:nvSpPr>
        <p:spPr>
          <a:xfrm>
            <a:off x="313850" y="2674588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33"/>
          <p:cNvSpPr/>
          <p:nvPr>
            <p:ph idx="4" type="pic"/>
          </p:nvPr>
        </p:nvSpPr>
        <p:spPr>
          <a:xfrm>
            <a:off x="313850" y="3412363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33"/>
          <p:cNvSpPr/>
          <p:nvPr>
            <p:ph idx="5" type="pic"/>
          </p:nvPr>
        </p:nvSpPr>
        <p:spPr>
          <a:xfrm>
            <a:off x="2499900" y="3412363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3"/>
          <p:cNvSpPr/>
          <p:nvPr>
            <p:ph idx="6" type="pic"/>
          </p:nvPr>
        </p:nvSpPr>
        <p:spPr>
          <a:xfrm>
            <a:off x="2499900" y="2674588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33"/>
          <p:cNvSpPr/>
          <p:nvPr>
            <p:ph idx="7" type="pic"/>
          </p:nvPr>
        </p:nvSpPr>
        <p:spPr>
          <a:xfrm>
            <a:off x="4685950" y="2674588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33"/>
          <p:cNvSpPr/>
          <p:nvPr>
            <p:ph idx="8" type="pic"/>
          </p:nvPr>
        </p:nvSpPr>
        <p:spPr>
          <a:xfrm>
            <a:off x="4685950" y="3412363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33"/>
          <p:cNvSpPr/>
          <p:nvPr>
            <p:ph idx="9" type="pic"/>
          </p:nvPr>
        </p:nvSpPr>
        <p:spPr>
          <a:xfrm>
            <a:off x="4685950" y="4150138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33"/>
          <p:cNvSpPr/>
          <p:nvPr>
            <p:ph idx="13" type="pic"/>
          </p:nvPr>
        </p:nvSpPr>
        <p:spPr>
          <a:xfrm>
            <a:off x="6890100" y="2674588"/>
            <a:ext cx="492300" cy="4923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33"/>
          <p:cNvSpPr txBox="1"/>
          <p:nvPr>
            <p:ph idx="1" type="subTitle"/>
          </p:nvPr>
        </p:nvSpPr>
        <p:spPr>
          <a:xfrm>
            <a:off x="911100" y="18406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8" name="Google Shape;408;p33"/>
          <p:cNvSpPr txBox="1"/>
          <p:nvPr>
            <p:ph idx="14" type="subTitle"/>
          </p:nvPr>
        </p:nvSpPr>
        <p:spPr>
          <a:xfrm>
            <a:off x="911100" y="20476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9" name="Google Shape;409;p33"/>
          <p:cNvSpPr txBox="1"/>
          <p:nvPr>
            <p:ph idx="15" type="subTitle"/>
          </p:nvPr>
        </p:nvSpPr>
        <p:spPr>
          <a:xfrm>
            <a:off x="911100" y="2713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0" name="Google Shape;410;p33"/>
          <p:cNvSpPr txBox="1"/>
          <p:nvPr>
            <p:ph idx="16" type="subTitle"/>
          </p:nvPr>
        </p:nvSpPr>
        <p:spPr>
          <a:xfrm>
            <a:off x="911100" y="2920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1" name="Google Shape;411;p33"/>
          <p:cNvSpPr txBox="1"/>
          <p:nvPr>
            <p:ph idx="17" type="subTitle"/>
          </p:nvPr>
        </p:nvSpPr>
        <p:spPr>
          <a:xfrm>
            <a:off x="911100" y="3451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2" name="Google Shape;412;p33"/>
          <p:cNvSpPr txBox="1"/>
          <p:nvPr>
            <p:ph idx="18" type="subTitle"/>
          </p:nvPr>
        </p:nvSpPr>
        <p:spPr>
          <a:xfrm>
            <a:off x="911100" y="3658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3" name="Google Shape;413;p33"/>
          <p:cNvSpPr txBox="1"/>
          <p:nvPr>
            <p:ph idx="19" type="subTitle"/>
          </p:nvPr>
        </p:nvSpPr>
        <p:spPr>
          <a:xfrm>
            <a:off x="3063300" y="2713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4" name="Google Shape;414;p33"/>
          <p:cNvSpPr txBox="1"/>
          <p:nvPr>
            <p:ph idx="20" type="subTitle"/>
          </p:nvPr>
        </p:nvSpPr>
        <p:spPr>
          <a:xfrm>
            <a:off x="3063300" y="2920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5" name="Google Shape;415;p33"/>
          <p:cNvSpPr txBox="1"/>
          <p:nvPr>
            <p:ph idx="21" type="subTitle"/>
          </p:nvPr>
        </p:nvSpPr>
        <p:spPr>
          <a:xfrm>
            <a:off x="3063300" y="3451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33"/>
          <p:cNvSpPr txBox="1"/>
          <p:nvPr>
            <p:ph idx="22" type="subTitle"/>
          </p:nvPr>
        </p:nvSpPr>
        <p:spPr>
          <a:xfrm>
            <a:off x="3063300" y="3658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33"/>
          <p:cNvSpPr txBox="1"/>
          <p:nvPr>
            <p:ph idx="23" type="subTitle"/>
          </p:nvPr>
        </p:nvSpPr>
        <p:spPr>
          <a:xfrm>
            <a:off x="5291325" y="2713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33"/>
          <p:cNvSpPr txBox="1"/>
          <p:nvPr>
            <p:ph idx="24" type="subTitle"/>
          </p:nvPr>
        </p:nvSpPr>
        <p:spPr>
          <a:xfrm>
            <a:off x="5291325" y="2920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9" name="Google Shape;419;p33"/>
          <p:cNvSpPr txBox="1"/>
          <p:nvPr>
            <p:ph idx="25" type="subTitle"/>
          </p:nvPr>
        </p:nvSpPr>
        <p:spPr>
          <a:xfrm>
            <a:off x="5291325" y="3451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33"/>
          <p:cNvSpPr txBox="1"/>
          <p:nvPr>
            <p:ph idx="26" type="subTitle"/>
          </p:nvPr>
        </p:nvSpPr>
        <p:spPr>
          <a:xfrm>
            <a:off x="5291325" y="3658525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1" name="Google Shape;421;p33"/>
          <p:cNvSpPr txBox="1"/>
          <p:nvPr>
            <p:ph idx="27" type="subTitle"/>
          </p:nvPr>
        </p:nvSpPr>
        <p:spPr>
          <a:xfrm>
            <a:off x="5291325" y="418930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2" name="Google Shape;422;p33"/>
          <p:cNvSpPr txBox="1"/>
          <p:nvPr>
            <p:ph idx="28" type="subTitle"/>
          </p:nvPr>
        </p:nvSpPr>
        <p:spPr>
          <a:xfrm>
            <a:off x="5291325" y="439630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" name="Google Shape;423;p33"/>
          <p:cNvSpPr txBox="1"/>
          <p:nvPr>
            <p:ph idx="29" type="subTitle"/>
          </p:nvPr>
        </p:nvSpPr>
        <p:spPr>
          <a:xfrm>
            <a:off x="7469650" y="2713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4" name="Google Shape;424;p33"/>
          <p:cNvSpPr txBox="1"/>
          <p:nvPr>
            <p:ph idx="30" type="subTitle"/>
          </p:nvPr>
        </p:nvSpPr>
        <p:spPr>
          <a:xfrm>
            <a:off x="7469650" y="2920750"/>
            <a:ext cx="1259100" cy="2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5" name="Google Shape;425;p33"/>
          <p:cNvSpPr txBox="1"/>
          <p:nvPr>
            <p:ph idx="3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426" name="Google Shape;426;p33"/>
          <p:cNvSpPr txBox="1"/>
          <p:nvPr>
            <p:ph idx="3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/>
            </a:lvl9pPr>
          </a:lstStyle>
          <a:p/>
        </p:txBody>
      </p:sp>
      <p:sp>
        <p:nvSpPr>
          <p:cNvPr id="427" name="Google Shape;427;p33"/>
          <p:cNvSpPr txBox="1"/>
          <p:nvPr/>
        </p:nvSpPr>
        <p:spPr>
          <a:xfrm flipH="1">
            <a:off x="2286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33"/>
          <p:cNvSpPr txBox="1"/>
          <p:nvPr/>
        </p:nvSpPr>
        <p:spPr>
          <a:xfrm flipH="1" rot="10800000">
            <a:off x="8798400" y="230200"/>
            <a:ext cx="126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95250" lvl="0" marL="13716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Inter"/>
              <a:buChar char="➔"/>
            </a:pPr>
            <a:r>
              <a:t/>
            </a:r>
            <a:endParaRPr sz="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31" name="Google Shape;43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6" name="Google Shape;43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39" name="Google Shape;439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0" name="Google Shape;440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5" name="Google Shape;445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0" name="Google Shape;450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1" name="Google Shape;451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6" name="Google Shape;456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60" name="Google Shape;460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4" name="Google Shape;464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5" name="Google Shape;465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68" name="Google Shape;468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2" name="Google Shape;472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3" name="Google Shape;473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4" name="Google Shape;474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5" name="Google Shape;475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8" name="Google Shape;478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0" name="Google Shape;480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2" name="Google Shape;482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3" name="Google Shape;483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6" name="Google Shape;486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8" name="Google Shape;488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9" name="Google Shape;489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0" name="Google Shape;490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1" name="Google Shape;491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2" name="Google Shape;492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3" name="Google Shape;493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96" name="Google Shape;496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9" name="Google Shape;499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2" name="Google Shape;50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03" name="Google Shape;503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4" name="Google Shape;504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7" name="Google Shape;507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0" name="Google Shape;510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2" name="Google Shape;51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13" name="Google Shape;513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4" name="Google Shape;514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5" name="Google Shape;515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2" name="Google Shape;522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5" name="Google Shape;525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26" name="Google Shape;526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7" name="Google Shape;527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95400"/>
            <a:ext cx="4296600" cy="27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50550" y="571400"/>
            <a:ext cx="42684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Afacad Flux"/>
              <a:buNone/>
              <a:defRPr b="1" sz="32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34300" y="2046025"/>
            <a:ext cx="3512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orient="horz" pos="162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cer-rec.gc.ca/en/data-analysis/canada-energy-future/2020/covid/index.html" TargetMode="External"/><Relationship Id="rId4" Type="http://schemas.openxmlformats.org/officeDocument/2006/relationships/hyperlink" Target="https://www.ibisworld.com/canada/industry-trends/biggest-industries-by-revenue/" TargetMode="External"/><Relationship Id="rId5" Type="http://schemas.openxmlformats.org/officeDocument/2006/relationships/hyperlink" Target="https://www.suncor.com/-/media/project/suncor/files/investor-centre/transcripts/2025-q3-suncor-energy-financial-results-call-transcript-en.pdf?modified=20251113152919&amp;created=2025111315291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5"/>
          <p:cNvSpPr txBox="1"/>
          <p:nvPr>
            <p:ph type="title"/>
          </p:nvPr>
        </p:nvSpPr>
        <p:spPr>
          <a:xfrm>
            <a:off x="228600" y="457200"/>
            <a:ext cx="8686800" cy="16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Insights into Suncor (TSX:SU) Stock Prices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534" name="Google Shape;534;p55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7096" l="0" r="0" t="7096"/>
          <a:stretch/>
        </p:blipFill>
        <p:spPr>
          <a:xfrm>
            <a:off x="976800" y="2569464"/>
            <a:ext cx="7190400" cy="2112000"/>
          </a:xfrm>
          <a:prstGeom prst="roundRect">
            <a:avLst>
              <a:gd fmla="val 16667" name="adj"/>
            </a:avLst>
          </a:prstGeom>
        </p:spPr>
      </p:pic>
      <p:sp>
        <p:nvSpPr>
          <p:cNvPr id="535" name="Google Shape;535;p55"/>
          <p:cNvSpPr txBox="1"/>
          <p:nvPr>
            <p:ph idx="4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DATA 611 - Project 1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36" name="Google Shape;536;p55"/>
          <p:cNvSpPr txBox="1"/>
          <p:nvPr>
            <p:ph idx="2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Winter 2026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37" name="Google Shape;537;p55"/>
          <p:cNvSpPr txBox="1"/>
          <p:nvPr/>
        </p:nvSpPr>
        <p:spPr>
          <a:xfrm>
            <a:off x="228600" y="2006450"/>
            <a:ext cx="4490400" cy="4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By: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Andrea Abenoja and Bhuvan Dubey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Group 3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6"/>
          <p:cNvSpPr txBox="1"/>
          <p:nvPr>
            <p:ph type="title"/>
          </p:nvPr>
        </p:nvSpPr>
        <p:spPr>
          <a:xfrm>
            <a:off x="275400" y="457200"/>
            <a:ext cx="4296600" cy="374700"/>
          </a:xfrm>
          <a:prstGeom prst="rect">
            <a:avLst/>
          </a:prstGeom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Why Suncor Stock?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43" name="Google Shape;54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8925"/>
            <a:ext cx="3666975" cy="36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6"/>
          <p:cNvSpPr/>
          <p:nvPr/>
        </p:nvSpPr>
        <p:spPr>
          <a:xfrm>
            <a:off x="4156350" y="1186200"/>
            <a:ext cx="3187500" cy="1230600"/>
          </a:xfrm>
          <a:prstGeom prst="wedgeRoundRectCallout">
            <a:avLst>
              <a:gd fmla="val -103424" name="adj1"/>
              <a:gd fmla="val 232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“At today's oil price, </a:t>
            </a:r>
            <a:r>
              <a:rPr b="1" lang="en">
                <a:latin typeface="Inter"/>
                <a:ea typeface="Inter"/>
                <a:cs typeface="Inter"/>
                <a:sym typeface="Inter"/>
              </a:rPr>
              <a:t>I strongly believe buying our stock is our best investment</a:t>
            </a:r>
            <a:r>
              <a:rPr lang="en">
                <a:latin typeface="Inter"/>
                <a:ea typeface="Inter"/>
                <a:cs typeface="Inter"/>
                <a:sym typeface="Inter"/>
              </a:rPr>
              <a:t> and we intend to keep buying it month after month after month. “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5" name="Google Shape;545;p56"/>
          <p:cNvSpPr txBox="1"/>
          <p:nvPr>
            <p:ph type="title"/>
          </p:nvPr>
        </p:nvSpPr>
        <p:spPr>
          <a:xfrm>
            <a:off x="4156350" y="3243900"/>
            <a:ext cx="4296600" cy="374700"/>
          </a:xfrm>
          <a:prstGeom prst="rect">
            <a:avLst/>
          </a:prstGeom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Let’s analyze the claim!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6" name="Google Shape;546;p56"/>
          <p:cNvSpPr txBox="1"/>
          <p:nvPr>
            <p:ph idx="4294967295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611 - Project 1</a:t>
            </a:r>
            <a:endParaRPr/>
          </a:p>
        </p:txBody>
      </p:sp>
      <p:sp>
        <p:nvSpPr>
          <p:cNvPr id="547" name="Google Shape;547;p56"/>
          <p:cNvSpPr txBox="1"/>
          <p:nvPr>
            <p:ph idx="4294967295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Winter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275400" y="457200"/>
            <a:ext cx="4296600" cy="374700"/>
          </a:xfrm>
          <a:prstGeom prst="rect">
            <a:avLst/>
          </a:prstGeom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Why Suncor Stock?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53" name="Google Shape;55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8925"/>
            <a:ext cx="3666975" cy="36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57"/>
          <p:cNvSpPr txBox="1"/>
          <p:nvPr>
            <p:ph type="title"/>
          </p:nvPr>
        </p:nvSpPr>
        <p:spPr>
          <a:xfrm>
            <a:off x="3489325" y="1148750"/>
            <a:ext cx="5175300" cy="374700"/>
          </a:xfrm>
          <a:prstGeom prst="rect">
            <a:avLst/>
          </a:prstGeom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Let’s analyze the claim!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5" name="Google Shape;555;p57"/>
          <p:cNvSpPr txBox="1"/>
          <p:nvPr>
            <p:ph idx="4294967295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611 - Project 1</a:t>
            </a:r>
            <a:endParaRPr/>
          </a:p>
        </p:txBody>
      </p:sp>
      <p:sp>
        <p:nvSpPr>
          <p:cNvPr id="556" name="Google Shape;556;p57"/>
          <p:cNvSpPr txBox="1"/>
          <p:nvPr>
            <p:ph idx="4294967295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Winter 2026</a:t>
            </a:r>
            <a:endParaRPr/>
          </a:p>
        </p:txBody>
      </p:sp>
      <p:sp>
        <p:nvSpPr>
          <p:cNvPr id="557" name="Google Shape;557;p57"/>
          <p:cNvSpPr txBox="1"/>
          <p:nvPr>
            <p:ph type="title"/>
          </p:nvPr>
        </p:nvSpPr>
        <p:spPr>
          <a:xfrm>
            <a:off x="3489325" y="1840300"/>
            <a:ext cx="5175300" cy="2554200"/>
          </a:xfrm>
          <a:prstGeom prst="rect">
            <a:avLst/>
          </a:prstGeom>
        </p:spPr>
        <p:txBody>
          <a:bodyPr anchorCtr="0" anchor="t" bIns="0" lIns="91425" spcFirstLastPara="1" rIns="0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facad Flux Light"/>
              <a:buAutoNum type="arabicPeriod"/>
            </a:pPr>
            <a:r>
              <a:rPr lang="en" sz="2100">
                <a:solidFill>
                  <a:schemeClr val="lt1"/>
                </a:solidFill>
                <a:latin typeface="Afacad Flux Light"/>
                <a:ea typeface="Afacad Flux Light"/>
                <a:cs typeface="Afacad Flux Light"/>
                <a:sym typeface="Afacad Flux Light"/>
              </a:rPr>
              <a:t>How have Suncor’s stock prices evolved over time?</a:t>
            </a:r>
            <a:endParaRPr sz="2100">
              <a:solidFill>
                <a:schemeClr val="lt1"/>
              </a:solidFill>
              <a:latin typeface="Afacad Flux Light"/>
              <a:ea typeface="Afacad Flux Light"/>
              <a:cs typeface="Afacad Flux Light"/>
              <a:sym typeface="Afacad Flux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facad Flux Light"/>
              <a:ea typeface="Afacad Flux Light"/>
              <a:cs typeface="Afacad Flux Light"/>
              <a:sym typeface="Afacad Flux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facad Flux Light"/>
              <a:buAutoNum type="arabicPeriod"/>
            </a:pPr>
            <a:r>
              <a:rPr lang="en" sz="2100">
                <a:solidFill>
                  <a:schemeClr val="lt1"/>
                </a:solidFill>
                <a:latin typeface="Afacad Flux Light"/>
                <a:ea typeface="Afacad Flux Light"/>
                <a:cs typeface="Afacad Flux Light"/>
                <a:sym typeface="Afacad Flux Light"/>
              </a:rPr>
              <a:t>How volatile and extreme are the stock’s returns</a:t>
            </a:r>
            <a:endParaRPr sz="2100">
              <a:solidFill>
                <a:schemeClr val="lt1"/>
              </a:solidFill>
              <a:latin typeface="Afacad Flux Light"/>
              <a:ea typeface="Afacad Flux Light"/>
              <a:cs typeface="Afacad Flux Light"/>
              <a:sym typeface="Afacad Flux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facad Flux Light"/>
              <a:ea typeface="Afacad Flux Light"/>
              <a:cs typeface="Afacad Flux Light"/>
              <a:sym typeface="Afacad Flux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facad Flux Light"/>
              <a:buAutoNum type="arabicPeriod"/>
            </a:pPr>
            <a:r>
              <a:rPr lang="en" sz="2100">
                <a:solidFill>
                  <a:schemeClr val="lt1"/>
                </a:solidFill>
                <a:latin typeface="Afacad Flux Light"/>
                <a:ea typeface="Afacad Flux Light"/>
                <a:cs typeface="Afacad Flux Light"/>
                <a:sym typeface="Afacad Flux Light"/>
              </a:rPr>
              <a:t>Does trading activity and/or seasonal patterns influence market behaviour?</a:t>
            </a:r>
            <a:endParaRPr sz="2100">
              <a:solidFill>
                <a:schemeClr val="lt1"/>
              </a:solidFill>
              <a:latin typeface="Afacad Flux Light"/>
              <a:ea typeface="Afacad Flux Light"/>
              <a:cs typeface="Afacad Flux Light"/>
              <a:sym typeface="Afacad Flux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8"/>
          <p:cNvSpPr/>
          <p:nvPr/>
        </p:nvSpPr>
        <p:spPr>
          <a:xfrm>
            <a:off x="228100" y="1590600"/>
            <a:ext cx="2834400" cy="30930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63" name="Google Shape;563;p58"/>
          <p:cNvSpPr/>
          <p:nvPr/>
        </p:nvSpPr>
        <p:spPr>
          <a:xfrm rot="10800000">
            <a:off x="2652247" y="1802268"/>
            <a:ext cx="279900" cy="279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64" name="Google Shape;564;p58"/>
          <p:cNvGrpSpPr/>
          <p:nvPr/>
        </p:nvGrpSpPr>
        <p:grpSpPr>
          <a:xfrm>
            <a:off x="2710161" y="1858697"/>
            <a:ext cx="164181" cy="164181"/>
            <a:chOff x="2710161" y="1858697"/>
            <a:chExt cx="164181" cy="164181"/>
          </a:xfrm>
        </p:grpSpPr>
        <p:sp>
          <p:nvSpPr>
            <p:cNvPr id="565" name="Google Shape;565;p58"/>
            <p:cNvSpPr/>
            <p:nvPr/>
          </p:nvSpPr>
          <p:spPr>
            <a:xfrm rot="8100000">
              <a:off x="2713475" y="1903471"/>
              <a:ext cx="157554" cy="74633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6" name="Google Shape;566;p58"/>
            <p:cNvSpPr/>
            <p:nvPr/>
          </p:nvSpPr>
          <p:spPr>
            <a:xfrm rot="10800000">
              <a:off x="2735994" y="1918686"/>
              <a:ext cx="174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67" name="Google Shape;567;p58"/>
            <p:cNvSpPr/>
            <p:nvPr/>
          </p:nvSpPr>
          <p:spPr>
            <a:xfrm rot="-5400000">
              <a:off x="2766513" y="1949286"/>
              <a:ext cx="168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68" name="Google Shape;568;p58"/>
          <p:cNvSpPr/>
          <p:nvPr/>
        </p:nvSpPr>
        <p:spPr>
          <a:xfrm>
            <a:off x="5479950" y="1590600"/>
            <a:ext cx="3435900" cy="30930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69" name="Google Shape;569;p58"/>
          <p:cNvSpPr/>
          <p:nvPr/>
        </p:nvSpPr>
        <p:spPr>
          <a:xfrm rot="10800000">
            <a:off x="8505647" y="1802268"/>
            <a:ext cx="279900" cy="279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70" name="Google Shape;570;p58"/>
          <p:cNvGrpSpPr/>
          <p:nvPr/>
        </p:nvGrpSpPr>
        <p:grpSpPr>
          <a:xfrm>
            <a:off x="8563561" y="1858697"/>
            <a:ext cx="164181" cy="164181"/>
            <a:chOff x="8563561" y="1858697"/>
            <a:chExt cx="164181" cy="164181"/>
          </a:xfrm>
        </p:grpSpPr>
        <p:sp>
          <p:nvSpPr>
            <p:cNvPr id="571" name="Google Shape;571;p58"/>
            <p:cNvSpPr/>
            <p:nvPr/>
          </p:nvSpPr>
          <p:spPr>
            <a:xfrm rot="8100000">
              <a:off x="8566875" y="1903471"/>
              <a:ext cx="157554" cy="74633"/>
            </a:xfrm>
            <a:custGeom>
              <a:rect b="b" l="l" r="r" t="t"/>
              <a:pathLst>
                <a:path extrusionOk="0" h="22601" w="47712">
                  <a:moveTo>
                    <a:pt x="36474" y="1"/>
                  </a:moveTo>
                  <a:lnTo>
                    <a:pt x="32896" y="3516"/>
                  </a:lnTo>
                  <a:lnTo>
                    <a:pt x="38106" y="8789"/>
                  </a:lnTo>
                  <a:lnTo>
                    <a:pt x="1" y="8789"/>
                  </a:lnTo>
                  <a:lnTo>
                    <a:pt x="1" y="13812"/>
                  </a:lnTo>
                  <a:lnTo>
                    <a:pt x="38106" y="13812"/>
                  </a:lnTo>
                  <a:lnTo>
                    <a:pt x="32833" y="19085"/>
                  </a:lnTo>
                  <a:lnTo>
                    <a:pt x="36411" y="22600"/>
                  </a:lnTo>
                  <a:lnTo>
                    <a:pt x="47711" y="11300"/>
                  </a:lnTo>
                  <a:lnTo>
                    <a:pt x="36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2" name="Google Shape;572;p58"/>
            <p:cNvSpPr/>
            <p:nvPr/>
          </p:nvSpPr>
          <p:spPr>
            <a:xfrm rot="10800000">
              <a:off x="8589394" y="1918686"/>
              <a:ext cx="174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73" name="Google Shape;573;p58"/>
            <p:cNvSpPr/>
            <p:nvPr/>
          </p:nvSpPr>
          <p:spPr>
            <a:xfrm rot="-5400000">
              <a:off x="8619913" y="1949286"/>
              <a:ext cx="16800" cy="7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74" name="Google Shape;574;p58"/>
          <p:cNvSpPr/>
          <p:nvPr/>
        </p:nvSpPr>
        <p:spPr>
          <a:xfrm>
            <a:off x="3154800" y="1590600"/>
            <a:ext cx="2834400" cy="30930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75" name="Google Shape;575;p58"/>
          <p:cNvSpPr/>
          <p:nvPr/>
        </p:nvSpPr>
        <p:spPr>
          <a:xfrm>
            <a:off x="358400" y="29914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6" name="Google Shape;576;p58"/>
          <p:cNvSpPr/>
          <p:nvPr/>
        </p:nvSpPr>
        <p:spPr>
          <a:xfrm>
            <a:off x="358400" y="40426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Google Shape;577;p58"/>
          <p:cNvSpPr/>
          <p:nvPr/>
        </p:nvSpPr>
        <p:spPr>
          <a:xfrm>
            <a:off x="3337100" y="29914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Google Shape;578;p58"/>
          <p:cNvSpPr/>
          <p:nvPr/>
        </p:nvSpPr>
        <p:spPr>
          <a:xfrm>
            <a:off x="3337100" y="40426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9" name="Google Shape;579;p58"/>
          <p:cNvSpPr/>
          <p:nvPr/>
        </p:nvSpPr>
        <p:spPr>
          <a:xfrm>
            <a:off x="6263800" y="29914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0" name="Google Shape;580;p58"/>
          <p:cNvSpPr/>
          <p:nvPr/>
        </p:nvSpPr>
        <p:spPr>
          <a:xfrm>
            <a:off x="6263800" y="4042650"/>
            <a:ext cx="2521800" cy="3423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1" name="Google Shape;581;p58"/>
          <p:cNvSpPr txBox="1"/>
          <p:nvPr>
            <p:ph type="title"/>
          </p:nvPr>
        </p:nvSpPr>
        <p:spPr>
          <a:xfrm>
            <a:off x="228600" y="457200"/>
            <a:ext cx="42966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Data Summary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82" name="Google Shape;582;p58"/>
          <p:cNvSpPr txBox="1"/>
          <p:nvPr>
            <p:ph idx="1" type="subTitle"/>
          </p:nvPr>
        </p:nvSpPr>
        <p:spPr>
          <a:xfrm>
            <a:off x="228900" y="1798163"/>
            <a:ext cx="2100900" cy="597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</a:rPr>
              <a:t>Source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583" name="Google Shape;583;p58"/>
          <p:cNvSpPr txBox="1"/>
          <p:nvPr>
            <p:ph idx="5" type="subTitle"/>
          </p:nvPr>
        </p:nvSpPr>
        <p:spPr>
          <a:xfrm>
            <a:off x="358400" y="2991450"/>
            <a:ext cx="1255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584" name="Google Shape;584;p58"/>
          <p:cNvSpPr txBox="1"/>
          <p:nvPr>
            <p:ph idx="6" type="subTitle"/>
          </p:nvPr>
        </p:nvSpPr>
        <p:spPr>
          <a:xfrm>
            <a:off x="1169000" y="2991450"/>
            <a:ext cx="17112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Google Sheets</a:t>
            </a:r>
            <a:endParaRPr sz="1700"/>
          </a:p>
        </p:txBody>
      </p:sp>
      <p:sp>
        <p:nvSpPr>
          <p:cNvPr id="585" name="Google Shape;585;p58"/>
          <p:cNvSpPr txBox="1"/>
          <p:nvPr>
            <p:ph idx="7" type="body"/>
          </p:nvPr>
        </p:nvSpPr>
        <p:spPr>
          <a:xfrm>
            <a:off x="410400" y="3627900"/>
            <a:ext cx="2521800" cy="414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price, high, low, volume</a:t>
            </a:r>
            <a:endParaRPr/>
          </a:p>
        </p:txBody>
      </p:sp>
      <p:sp>
        <p:nvSpPr>
          <p:cNvPr id="586" name="Google Shape;586;p58"/>
          <p:cNvSpPr txBox="1"/>
          <p:nvPr>
            <p:ph idx="8" type="subTitle"/>
          </p:nvPr>
        </p:nvSpPr>
        <p:spPr>
          <a:xfrm>
            <a:off x="345600" y="4042650"/>
            <a:ext cx="1399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</a:t>
            </a:r>
            <a:endParaRPr/>
          </a:p>
        </p:txBody>
      </p:sp>
      <p:sp>
        <p:nvSpPr>
          <p:cNvPr id="587" name="Google Shape;587;p58"/>
          <p:cNvSpPr txBox="1"/>
          <p:nvPr>
            <p:ph idx="9" type="subTitle"/>
          </p:nvPr>
        </p:nvSpPr>
        <p:spPr>
          <a:xfrm>
            <a:off x="1114750" y="4042650"/>
            <a:ext cx="17526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GOOGLEFINANCE()</a:t>
            </a:r>
            <a:endParaRPr sz="1200"/>
          </a:p>
        </p:txBody>
      </p:sp>
      <p:sp>
        <p:nvSpPr>
          <p:cNvPr id="588" name="Google Shape;588;p58"/>
          <p:cNvSpPr txBox="1"/>
          <p:nvPr>
            <p:ph idx="4" type="subTitle"/>
          </p:nvPr>
        </p:nvSpPr>
        <p:spPr>
          <a:xfrm>
            <a:off x="3155600" y="1798175"/>
            <a:ext cx="3658200" cy="597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B5394"/>
                </a:solidFill>
              </a:rPr>
              <a:t>Dimensions &amp; Key Variables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589" name="Google Shape;589;p58"/>
          <p:cNvSpPr txBox="1"/>
          <p:nvPr>
            <p:ph idx="13" type="body"/>
          </p:nvPr>
        </p:nvSpPr>
        <p:spPr>
          <a:xfrm>
            <a:off x="3154800" y="2576700"/>
            <a:ext cx="2834400" cy="414900"/>
          </a:xfrm>
          <a:prstGeom prst="rect">
            <a:avLst/>
          </a:prstGeom>
        </p:spPr>
        <p:txBody>
          <a:bodyPr anchorCtr="0" anchor="b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price of the specified day</a:t>
            </a:r>
            <a:endParaRPr/>
          </a:p>
        </p:txBody>
      </p:sp>
      <p:sp>
        <p:nvSpPr>
          <p:cNvPr id="590" name="Google Shape;590;p58"/>
          <p:cNvSpPr txBox="1"/>
          <p:nvPr>
            <p:ph idx="14" type="subTitle"/>
          </p:nvPr>
        </p:nvSpPr>
        <p:spPr>
          <a:xfrm>
            <a:off x="3337100" y="2991450"/>
            <a:ext cx="17112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closing_price</a:t>
            </a:r>
            <a:endParaRPr/>
          </a:p>
        </p:txBody>
      </p:sp>
      <p:sp>
        <p:nvSpPr>
          <p:cNvPr id="591" name="Google Shape;591;p58"/>
          <p:cNvSpPr txBox="1"/>
          <p:nvPr>
            <p:ph idx="15" type="subTitle"/>
          </p:nvPr>
        </p:nvSpPr>
        <p:spPr>
          <a:xfrm>
            <a:off x="4330525" y="2991450"/>
            <a:ext cx="15282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price</a:t>
            </a:r>
            <a:endParaRPr/>
          </a:p>
        </p:txBody>
      </p:sp>
      <p:sp>
        <p:nvSpPr>
          <p:cNvPr id="592" name="Google Shape;592;p58"/>
          <p:cNvSpPr txBox="1"/>
          <p:nvPr>
            <p:ph idx="16" type="body"/>
          </p:nvPr>
        </p:nvSpPr>
        <p:spPr>
          <a:xfrm>
            <a:off x="3154800" y="3627900"/>
            <a:ext cx="2834400" cy="414900"/>
          </a:xfrm>
          <a:prstGeom prst="rect">
            <a:avLst/>
          </a:prstGeom>
        </p:spPr>
        <p:txBody>
          <a:bodyPr anchorCtr="0" anchor="b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Specified day’s highest price</a:t>
            </a:r>
            <a:endParaRPr/>
          </a:p>
        </p:txBody>
      </p:sp>
      <p:sp>
        <p:nvSpPr>
          <p:cNvPr id="593" name="Google Shape;593;p58"/>
          <p:cNvSpPr txBox="1"/>
          <p:nvPr>
            <p:ph idx="17" type="subTitle"/>
          </p:nvPr>
        </p:nvSpPr>
        <p:spPr>
          <a:xfrm>
            <a:off x="3337100" y="4042650"/>
            <a:ext cx="12555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</a:t>
            </a:r>
            <a:endParaRPr/>
          </a:p>
        </p:txBody>
      </p:sp>
      <p:sp>
        <p:nvSpPr>
          <p:cNvPr id="594" name="Google Shape;594;p58"/>
          <p:cNvSpPr txBox="1"/>
          <p:nvPr>
            <p:ph idx="18" type="subTitle"/>
          </p:nvPr>
        </p:nvSpPr>
        <p:spPr>
          <a:xfrm>
            <a:off x="4234325" y="4042650"/>
            <a:ext cx="16245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highest price</a:t>
            </a:r>
            <a:endParaRPr/>
          </a:p>
        </p:txBody>
      </p:sp>
      <p:sp>
        <p:nvSpPr>
          <p:cNvPr id="595" name="Google Shape;595;p58"/>
          <p:cNvSpPr txBox="1"/>
          <p:nvPr>
            <p:ph idx="19" type="body"/>
          </p:nvPr>
        </p:nvSpPr>
        <p:spPr>
          <a:xfrm>
            <a:off x="6081500" y="2576700"/>
            <a:ext cx="2834400" cy="414900"/>
          </a:xfrm>
          <a:prstGeom prst="rect">
            <a:avLst/>
          </a:prstGeom>
        </p:spPr>
        <p:txBody>
          <a:bodyPr anchorCtr="0" anchor="b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Specified day’s lowest price</a:t>
            </a:r>
            <a:endParaRPr/>
          </a:p>
        </p:txBody>
      </p:sp>
      <p:sp>
        <p:nvSpPr>
          <p:cNvPr id="596" name="Google Shape;596;p58"/>
          <p:cNvSpPr txBox="1"/>
          <p:nvPr>
            <p:ph idx="20" type="subTitle"/>
          </p:nvPr>
        </p:nvSpPr>
        <p:spPr>
          <a:xfrm>
            <a:off x="6263800" y="2991450"/>
            <a:ext cx="11322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</a:t>
            </a:r>
            <a:endParaRPr/>
          </a:p>
        </p:txBody>
      </p:sp>
      <p:sp>
        <p:nvSpPr>
          <p:cNvPr id="597" name="Google Shape;597;p58"/>
          <p:cNvSpPr txBox="1"/>
          <p:nvPr>
            <p:ph idx="21" type="subTitle"/>
          </p:nvPr>
        </p:nvSpPr>
        <p:spPr>
          <a:xfrm>
            <a:off x="7257350" y="2991450"/>
            <a:ext cx="15282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lowest price</a:t>
            </a:r>
            <a:endParaRPr/>
          </a:p>
        </p:txBody>
      </p:sp>
      <p:sp>
        <p:nvSpPr>
          <p:cNvPr id="598" name="Google Shape;598;p58"/>
          <p:cNvSpPr txBox="1"/>
          <p:nvPr>
            <p:ph idx="22" type="body"/>
          </p:nvPr>
        </p:nvSpPr>
        <p:spPr>
          <a:xfrm>
            <a:off x="6081500" y="3627900"/>
            <a:ext cx="2922300" cy="414900"/>
          </a:xfrm>
          <a:prstGeom prst="rect">
            <a:avLst/>
          </a:prstGeom>
        </p:spPr>
        <p:txBody>
          <a:bodyPr anchorCtr="0" anchor="b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shares traded for the specified day</a:t>
            </a:r>
            <a:endParaRPr/>
          </a:p>
        </p:txBody>
      </p:sp>
      <p:sp>
        <p:nvSpPr>
          <p:cNvPr id="599" name="Google Shape;599;p58"/>
          <p:cNvSpPr txBox="1"/>
          <p:nvPr>
            <p:ph idx="23" type="subTitle"/>
          </p:nvPr>
        </p:nvSpPr>
        <p:spPr>
          <a:xfrm>
            <a:off x="6263800" y="4042650"/>
            <a:ext cx="1434600" cy="3423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daily_trading_volume</a:t>
            </a:r>
            <a:endParaRPr/>
          </a:p>
        </p:txBody>
      </p:sp>
      <p:sp>
        <p:nvSpPr>
          <p:cNvPr id="600" name="Google Shape;600;p58"/>
          <p:cNvSpPr txBox="1"/>
          <p:nvPr>
            <p:ph idx="24" type="subTitle"/>
          </p:nvPr>
        </p:nvSpPr>
        <p:spPr>
          <a:xfrm>
            <a:off x="7207275" y="4042650"/>
            <a:ext cx="1578300" cy="342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daily trading volume</a:t>
            </a:r>
            <a:endParaRPr sz="1300"/>
          </a:p>
        </p:txBody>
      </p:sp>
      <p:sp>
        <p:nvSpPr>
          <p:cNvPr id="601" name="Google Shape;601;p58"/>
          <p:cNvSpPr txBox="1"/>
          <p:nvPr>
            <p:ph idx="26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611 - Project 1</a:t>
            </a:r>
            <a:endParaRPr/>
          </a:p>
        </p:txBody>
      </p:sp>
      <p:sp>
        <p:nvSpPr>
          <p:cNvPr id="602" name="Google Shape;602;p58"/>
          <p:cNvSpPr txBox="1"/>
          <p:nvPr>
            <p:ph idx="25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Winter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9"/>
          <p:cNvSpPr/>
          <p:nvPr/>
        </p:nvSpPr>
        <p:spPr>
          <a:xfrm>
            <a:off x="3154650" y="1895400"/>
            <a:ext cx="5563200" cy="28962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08" name="Google Shape;608;p59"/>
          <p:cNvSpPr txBox="1"/>
          <p:nvPr>
            <p:ph type="title"/>
          </p:nvPr>
        </p:nvSpPr>
        <p:spPr>
          <a:xfrm>
            <a:off x="228600" y="457200"/>
            <a:ext cx="57609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Results: 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Price Evolvement over Time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09" name="Google Shape;609;p59"/>
          <p:cNvSpPr txBox="1"/>
          <p:nvPr>
            <p:ph idx="5" type="body"/>
          </p:nvPr>
        </p:nvSpPr>
        <p:spPr>
          <a:xfrm>
            <a:off x="228600" y="1895400"/>
            <a:ext cx="2834700" cy="21120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Line Chart:</a:t>
            </a:r>
            <a:endParaRPr>
              <a:solidFill>
                <a:schemeClr val="accent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Long-term Price Trend</a:t>
            </a:r>
            <a:endParaRPr>
              <a:solidFill>
                <a:schemeClr val="accent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Market disruption between 2020-2022</a:t>
            </a:r>
            <a:endParaRPr/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COVID influence?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Steady increase in price after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All time high reached in January 2026.</a:t>
            </a:r>
            <a:endParaRPr/>
          </a:p>
        </p:txBody>
      </p:sp>
      <p:sp>
        <p:nvSpPr>
          <p:cNvPr id="610" name="Google Shape;610;p59"/>
          <p:cNvSpPr txBox="1"/>
          <p:nvPr>
            <p:ph idx="1" type="subTitle"/>
          </p:nvPr>
        </p:nvSpPr>
        <p:spPr>
          <a:xfrm>
            <a:off x="6311900" y="3871922"/>
            <a:ext cx="1974900" cy="41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name</a:t>
            </a:r>
            <a:endParaRPr/>
          </a:p>
        </p:txBody>
      </p:sp>
      <p:sp>
        <p:nvSpPr>
          <p:cNvPr id="611" name="Google Shape;611;p59"/>
          <p:cNvSpPr txBox="1"/>
          <p:nvPr>
            <p:ph idx="3" type="subTitle"/>
          </p:nvPr>
        </p:nvSpPr>
        <p:spPr>
          <a:xfrm>
            <a:off x="6311900" y="4288217"/>
            <a:ext cx="1974900" cy="4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client or internal team</a:t>
            </a:r>
            <a:endParaRPr/>
          </a:p>
        </p:txBody>
      </p:sp>
      <p:pic>
        <p:nvPicPr>
          <p:cNvPr id="612" name="Google Shape;61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175" y="2070025"/>
            <a:ext cx="5037950" cy="251897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9"/>
          <p:cNvSpPr txBox="1"/>
          <p:nvPr>
            <p:ph idx="18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611 - Project 1</a:t>
            </a:r>
            <a:endParaRPr/>
          </a:p>
        </p:txBody>
      </p:sp>
      <p:sp>
        <p:nvSpPr>
          <p:cNvPr id="614" name="Google Shape;614;p59"/>
          <p:cNvSpPr txBox="1"/>
          <p:nvPr>
            <p:ph idx="17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Winter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0"/>
          <p:cNvSpPr/>
          <p:nvPr/>
        </p:nvSpPr>
        <p:spPr>
          <a:xfrm>
            <a:off x="4525050" y="181875"/>
            <a:ext cx="4468800" cy="47877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20" name="Google Shape;620;p60"/>
          <p:cNvSpPr txBox="1"/>
          <p:nvPr>
            <p:ph type="title"/>
          </p:nvPr>
        </p:nvSpPr>
        <p:spPr>
          <a:xfrm>
            <a:off x="228600" y="457200"/>
            <a:ext cx="43434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Results: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Return Volatility and Extremity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21" name="Google Shape;621;p60"/>
          <p:cNvSpPr txBox="1"/>
          <p:nvPr>
            <p:ph idx="5" type="body"/>
          </p:nvPr>
        </p:nvSpPr>
        <p:spPr>
          <a:xfrm>
            <a:off x="228600" y="1895400"/>
            <a:ext cx="3641100" cy="21120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Frequency Distribution Histogram:</a:t>
            </a:r>
            <a:endParaRPr>
              <a:solidFill>
                <a:schemeClr val="accent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Return Distribution</a:t>
            </a:r>
            <a:endParaRPr>
              <a:solidFill>
                <a:schemeClr val="accent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Daily returns </a:t>
            </a:r>
            <a:r>
              <a:rPr lang="en"/>
              <a:t>clustered near zero -&gt; small daily price movements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Right-skewed -&gt; periods of large positive returns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Boxplot:</a:t>
            </a:r>
            <a:endParaRPr>
              <a:solidFill>
                <a:schemeClr val="accent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Return Volatility Across Years</a:t>
            </a:r>
            <a:endParaRPr>
              <a:solidFill>
                <a:schemeClr val="accent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Generally narrow interquartile ranges -&gt; not highly volatile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Outliers in 2020 on upper end of the distribution</a:t>
            </a:r>
            <a:endParaRPr/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Strong rebounds despite market disruption</a:t>
            </a:r>
            <a:endParaRPr/>
          </a:p>
        </p:txBody>
      </p:sp>
      <p:sp>
        <p:nvSpPr>
          <p:cNvPr id="622" name="Google Shape;622;p60"/>
          <p:cNvSpPr txBox="1"/>
          <p:nvPr>
            <p:ph idx="18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611 - Project 1</a:t>
            </a:r>
            <a:endParaRPr/>
          </a:p>
        </p:txBody>
      </p:sp>
      <p:sp>
        <p:nvSpPr>
          <p:cNvPr id="623" name="Google Shape;623;p60"/>
          <p:cNvSpPr txBox="1"/>
          <p:nvPr>
            <p:ph idx="17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Winter 2026</a:t>
            </a:r>
            <a:endParaRPr/>
          </a:p>
        </p:txBody>
      </p:sp>
      <p:pic>
        <p:nvPicPr>
          <p:cNvPr id="624" name="Google Shape;624;p60"/>
          <p:cNvPicPr preferRelativeResize="0"/>
          <p:nvPr/>
        </p:nvPicPr>
        <p:blipFill rotWithShape="1">
          <a:blip r:embed="rId3">
            <a:alphaModFix/>
          </a:blip>
          <a:srcRect b="0" l="4325" r="7209" t="0"/>
          <a:stretch/>
        </p:blipFill>
        <p:spPr>
          <a:xfrm>
            <a:off x="4944188" y="2689750"/>
            <a:ext cx="3739411" cy="21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60"/>
          <p:cNvPicPr preferRelativeResize="0"/>
          <p:nvPr/>
        </p:nvPicPr>
        <p:blipFill rotWithShape="1">
          <a:blip r:embed="rId4">
            <a:alphaModFix/>
          </a:blip>
          <a:srcRect b="0" l="4486" r="7368" t="4942"/>
          <a:stretch/>
        </p:blipFill>
        <p:spPr>
          <a:xfrm>
            <a:off x="4944199" y="354929"/>
            <a:ext cx="3482149" cy="2252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1"/>
          <p:cNvSpPr/>
          <p:nvPr/>
        </p:nvSpPr>
        <p:spPr>
          <a:xfrm>
            <a:off x="92750" y="2904500"/>
            <a:ext cx="8901000" cy="20652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31" name="Google Shape;631;p61"/>
          <p:cNvSpPr txBox="1"/>
          <p:nvPr>
            <p:ph type="title"/>
          </p:nvPr>
        </p:nvSpPr>
        <p:spPr>
          <a:xfrm>
            <a:off x="228600" y="457200"/>
            <a:ext cx="60834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Results: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Trading Activity &amp; Seasonal Patterns 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32" name="Google Shape;632;p61"/>
          <p:cNvSpPr txBox="1"/>
          <p:nvPr>
            <p:ph idx="5" type="body"/>
          </p:nvPr>
        </p:nvSpPr>
        <p:spPr>
          <a:xfrm>
            <a:off x="345600" y="1617250"/>
            <a:ext cx="3996000" cy="10467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Bar graph: Monthly Average Return</a:t>
            </a:r>
            <a:endParaRPr>
              <a:solidFill>
                <a:schemeClr val="accent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Most months monthly average is around zero, greatest variation seen in 2020 to 2022.</a:t>
            </a:r>
            <a:endParaRPr/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/>
              <a:t>Reflection of heightened volatility at this time</a:t>
            </a:r>
            <a:endParaRPr/>
          </a:p>
        </p:txBody>
      </p:sp>
      <p:pic>
        <p:nvPicPr>
          <p:cNvPr id="633" name="Google Shape;63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3026050"/>
            <a:ext cx="4164403" cy="178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325" y="2981275"/>
            <a:ext cx="4273349" cy="183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61"/>
          <p:cNvSpPr txBox="1"/>
          <p:nvPr>
            <p:ph idx="18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611 - Project 1</a:t>
            </a:r>
            <a:endParaRPr/>
          </a:p>
        </p:txBody>
      </p:sp>
      <p:sp>
        <p:nvSpPr>
          <p:cNvPr id="636" name="Google Shape;636;p61"/>
          <p:cNvSpPr txBox="1"/>
          <p:nvPr>
            <p:ph idx="17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Winter 2026</a:t>
            </a:r>
            <a:endParaRPr/>
          </a:p>
        </p:txBody>
      </p:sp>
      <p:sp>
        <p:nvSpPr>
          <p:cNvPr id="637" name="Google Shape;637;p61"/>
          <p:cNvSpPr txBox="1"/>
          <p:nvPr/>
        </p:nvSpPr>
        <p:spPr>
          <a:xfrm>
            <a:off x="4618950" y="1494100"/>
            <a:ext cx="41643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Bar graph: Average Volume per Month</a:t>
            </a:r>
            <a:endParaRPr sz="1000">
              <a:solidFill>
                <a:schemeClr val="accent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Consistent average monthly trading volume until market disruption in 2020.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Trading volume remained consistently elevated pass 2020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Suggests investor activity and market participation remained high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2"/>
          <p:cNvSpPr/>
          <p:nvPr/>
        </p:nvSpPr>
        <p:spPr>
          <a:xfrm>
            <a:off x="4525050" y="181875"/>
            <a:ext cx="4468800" cy="4787700"/>
          </a:xfrm>
          <a:prstGeom prst="roundRect">
            <a:avLst>
              <a:gd fmla="val 1050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643" name="Google Shape;643;p62"/>
          <p:cNvSpPr txBox="1"/>
          <p:nvPr>
            <p:ph type="title"/>
          </p:nvPr>
        </p:nvSpPr>
        <p:spPr>
          <a:xfrm>
            <a:off x="228600" y="457200"/>
            <a:ext cx="43434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Results: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Afacad Flux"/>
                <a:ea typeface="Afacad Flux"/>
                <a:cs typeface="Afacad Flux"/>
                <a:sym typeface="Afacad Flux"/>
              </a:rPr>
              <a:t>Trading Activity &amp; Seasonal Patterns </a:t>
            </a:r>
            <a:endParaRPr b="1">
              <a:latin typeface="Afacad Flux"/>
              <a:ea typeface="Afacad Flux"/>
              <a:cs typeface="Afacad Flux"/>
              <a:sym typeface="Afacad Flux"/>
            </a:endParaRPr>
          </a:p>
        </p:txBody>
      </p:sp>
      <p:pic>
        <p:nvPicPr>
          <p:cNvPr id="644" name="Google Shape;644;p62"/>
          <p:cNvPicPr preferRelativeResize="0"/>
          <p:nvPr/>
        </p:nvPicPr>
        <p:blipFill rotWithShape="1">
          <a:blip r:embed="rId3">
            <a:alphaModFix/>
          </a:blip>
          <a:srcRect b="0" l="4324" r="7054" t="5749"/>
          <a:stretch/>
        </p:blipFill>
        <p:spPr>
          <a:xfrm>
            <a:off x="4855725" y="298899"/>
            <a:ext cx="3312925" cy="21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62"/>
          <p:cNvPicPr preferRelativeResize="0"/>
          <p:nvPr/>
        </p:nvPicPr>
        <p:blipFill rotWithShape="1">
          <a:blip r:embed="rId4">
            <a:alphaModFix/>
          </a:blip>
          <a:srcRect b="0" l="1499" r="13299" t="0"/>
          <a:stretch/>
        </p:blipFill>
        <p:spPr>
          <a:xfrm>
            <a:off x="4847963" y="2512225"/>
            <a:ext cx="3822975" cy="22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62"/>
          <p:cNvSpPr txBox="1"/>
          <p:nvPr>
            <p:ph idx="18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611 - Project 1</a:t>
            </a:r>
            <a:endParaRPr/>
          </a:p>
        </p:txBody>
      </p:sp>
      <p:sp>
        <p:nvSpPr>
          <p:cNvPr id="647" name="Google Shape;647;p62"/>
          <p:cNvSpPr txBox="1"/>
          <p:nvPr>
            <p:ph idx="17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Winter 2026</a:t>
            </a:r>
            <a:endParaRPr/>
          </a:p>
        </p:txBody>
      </p:sp>
      <p:sp>
        <p:nvSpPr>
          <p:cNvPr id="648" name="Google Shape;648;p62"/>
          <p:cNvSpPr txBox="1"/>
          <p:nvPr>
            <p:ph idx="5" type="body"/>
          </p:nvPr>
        </p:nvSpPr>
        <p:spPr>
          <a:xfrm>
            <a:off x="345600" y="2057350"/>
            <a:ext cx="3612900" cy="21120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Scatter plot: Return vs Trading Volume</a:t>
            </a:r>
            <a:endParaRPr>
              <a:solidFill>
                <a:schemeClr val="accent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Trading volume varies greatly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Returns remain close to zero</a:t>
            </a:r>
            <a:endParaRPr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Weak association between return and trading volume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Heat map: Seasonality - Average Monthly Return by Month and Day of Week</a:t>
            </a:r>
            <a:endParaRPr>
              <a:solidFill>
                <a:schemeClr val="accent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No strong seasonal patterns existing throughout the year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3"/>
          <p:cNvSpPr txBox="1"/>
          <p:nvPr>
            <p:ph idx="1" type="body"/>
          </p:nvPr>
        </p:nvSpPr>
        <p:spPr>
          <a:xfrm>
            <a:off x="311700" y="1152475"/>
            <a:ext cx="393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High volatility during COVID-19 in 2020, with sharp declines and strong rebounds.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Overall, Suncor’s stock has shown a steady upward trend, reaching new highs in 2026.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Daily returns are mostly small, with occasional large spikes during market shocks.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Trading volume surged during the pandemic and remained elevated afterward.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No clear seasonal patterns found in returns or trading volume.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Market movements are more influenced by major industry and global events than seasonality.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Suncor demonstrates resilience with a strong recovery and growth over time.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54" name="Google Shape;65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	</a:t>
            </a:r>
            <a:endParaRPr/>
          </a:p>
        </p:txBody>
      </p:sp>
      <p:pic>
        <p:nvPicPr>
          <p:cNvPr id="655" name="Google Shape;65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800" y="1170125"/>
            <a:ext cx="4562475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4"/>
          <p:cNvSpPr txBox="1"/>
          <p:nvPr>
            <p:ph idx="3" type="body"/>
          </p:nvPr>
        </p:nvSpPr>
        <p:spPr>
          <a:xfrm>
            <a:off x="246150" y="1070200"/>
            <a:ext cx="8319600" cy="3613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Government of Canada, Canada Energy Regulator. (2020). </a:t>
            </a:r>
            <a:r>
              <a:rPr i="1" lang="en" sz="1100">
                <a:solidFill>
                  <a:schemeClr val="lt1"/>
                </a:solidFill>
              </a:rPr>
              <a:t>CER – Canada’s Energy Future 2020 - Energy Supply and Demand in a Pandemic: Effects of COVID-19</a:t>
            </a:r>
            <a:r>
              <a:rPr lang="en" sz="1100">
                <a:solidFill>
                  <a:schemeClr val="lt1"/>
                </a:solidFill>
              </a:rPr>
              <a:t>. Cer-Rec.gc.ca. </a:t>
            </a:r>
            <a:r>
              <a:rPr lang="en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https://www.cer-rec.gc.ca/en/data-analysis/canada-energy-future/2020/covid/index.html</a:t>
            </a:r>
            <a:endParaRPr sz="1100">
              <a:solidFill>
                <a:schemeClr val="lt1"/>
              </a:solidFill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IBIS World. (2023). </a:t>
            </a:r>
            <a:r>
              <a:rPr i="1" lang="en" sz="1100">
                <a:solidFill>
                  <a:schemeClr val="lt1"/>
                </a:solidFill>
              </a:rPr>
              <a:t>IBISWorld - Industry Market Research, Reports, and Statistics</a:t>
            </a:r>
            <a:r>
              <a:rPr lang="en" sz="1100">
                <a:solidFill>
                  <a:schemeClr val="lt1"/>
                </a:solidFill>
              </a:rPr>
              <a:t>. Www.ibisworld.com. </a:t>
            </a:r>
            <a:r>
              <a:rPr lang="en" sz="11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https://www.ibisworld.com/canada/industry-trends/biggest-industries-by-revenue/</a:t>
            </a:r>
            <a:endParaRPr sz="1100">
              <a:solidFill>
                <a:schemeClr val="lt1"/>
              </a:solidFill>
            </a:endParaRPr>
          </a:p>
          <a:p>
            <a:pPr indent="-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</a:rPr>
              <a:t>Suncor Energy Third Quarter 2025 financial results call. (n.d.). </a:t>
            </a:r>
            <a:r>
              <a:rPr lang="en" sz="11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https://www.suncor.com/-/media/project/suncor/files/investor-centre/transcripts/2025-q3-suncor-energy-financial-results-call-transcript-en.pdf?modified=20251113152919&amp;created=20251113152919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661" name="Google Shape;661;p64"/>
          <p:cNvSpPr txBox="1"/>
          <p:nvPr>
            <p:ph type="title"/>
          </p:nvPr>
        </p:nvSpPr>
        <p:spPr>
          <a:xfrm>
            <a:off x="137900" y="472000"/>
            <a:ext cx="8319600" cy="4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facad Flux"/>
                <a:ea typeface="Afacad Flux"/>
                <a:cs typeface="Afacad Flux"/>
                <a:sym typeface="Afacad Flux"/>
              </a:rPr>
              <a:t>References</a:t>
            </a:r>
            <a:endParaRPr/>
          </a:p>
        </p:txBody>
      </p:sp>
      <p:sp>
        <p:nvSpPr>
          <p:cNvPr id="662" name="Google Shape;662;p64"/>
          <p:cNvSpPr txBox="1"/>
          <p:nvPr>
            <p:ph idx="1" type="subTitle"/>
          </p:nvPr>
        </p:nvSpPr>
        <p:spPr>
          <a:xfrm>
            <a:off x="7566000" y="230200"/>
            <a:ext cx="12324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Winter 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64"/>
          <p:cNvSpPr txBox="1"/>
          <p:nvPr>
            <p:ph idx="2" type="subTitle"/>
          </p:nvPr>
        </p:nvSpPr>
        <p:spPr>
          <a:xfrm>
            <a:off x="345600" y="230200"/>
            <a:ext cx="1752600" cy="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DATA 611 - Project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atural">
  <a:themeElements>
    <a:clrScheme name="Simple Light">
      <a:dk1>
        <a:srgbClr val="FAFAFA"/>
      </a:dk1>
      <a:lt1>
        <a:srgbClr val="000000"/>
      </a:lt1>
      <a:dk2>
        <a:srgbClr val="013D27"/>
      </a:dk2>
      <a:lt2>
        <a:srgbClr val="E9FFE5"/>
      </a:lt2>
      <a:accent1>
        <a:srgbClr val="03C704"/>
      </a:accent1>
      <a:accent2>
        <a:srgbClr val="8CEA7D"/>
      </a:accent2>
      <a:accent3>
        <a:srgbClr val="00AA01"/>
      </a:accent3>
      <a:accent4>
        <a:srgbClr val="3C4043"/>
      </a:accent4>
      <a:accent5>
        <a:srgbClr val="8D8D8D"/>
      </a:accent5>
      <a:accent6>
        <a:srgbClr val="EDEEF0"/>
      </a:accent6>
      <a:hlink>
        <a:srgbClr val="8CEA7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