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1"/>
    <p:sldMasterId id="2147483701"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embeddedFontLst>
    <p:embeddedFont>
      <p:font typeface="Red Hat Display" panose="020B0604020202020204" charset="0"/>
      <p:regular r:id="rId17"/>
      <p:bold r:id="rId18"/>
      <p:italic r:id="rId19"/>
      <p:boldItalic r:id="rId20"/>
    </p:embeddedFont>
    <p:embeddedFont>
      <p:font typeface="Red Hat Display Medium" panose="020B0604020202020204" charset="0"/>
      <p:regular r:id="rId21"/>
      <p:bold r:id="rId22"/>
      <p:italic r:id="rId23"/>
      <p:boldItalic r:id="rId24"/>
    </p:embeddedFont>
    <p:embeddedFont>
      <p:font typeface="Red Hat Display SemiBold" panose="020B0604020202020204" charset="0"/>
      <p:regular r:id="rId25"/>
      <p:bold r:id="rId26"/>
      <p:italic r:id="rId27"/>
      <p:boldItalic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443" autoAdjust="0"/>
  </p:normalViewPr>
  <p:slideViewPr>
    <p:cSldViewPr snapToGrid="0">
      <p:cViewPr>
        <p:scale>
          <a:sx n="83" d="100"/>
          <a:sy n="83" d="100"/>
        </p:scale>
        <p:origin x="1450" y="1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1.xml"/><Relationship Id="rId21" Type="http://schemas.openxmlformats.org/officeDocument/2006/relationships/font" Target="fonts/font5.fntdata"/><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ac9221e21c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3ac9221e21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project is more of descriptive and inferential statistics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ac9221e21c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3ac9221e21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latin typeface="Calibri"/>
                <a:ea typeface="Calibri"/>
                <a:cs typeface="Calibri"/>
                <a:sym typeface="Calibri"/>
              </a:rPr>
              <a:t>Land Use Designation</a:t>
            </a:r>
            <a:r>
              <a:rPr lang="en">
                <a:solidFill>
                  <a:schemeClr val="dk1"/>
                </a:solidFill>
                <a:latin typeface="Calibri"/>
                <a:ea typeface="Calibri"/>
                <a:cs typeface="Calibri"/>
                <a:sym typeface="Calibri"/>
              </a:rPr>
              <a:t> refers to the official zoning or planning category assigned to a parcel of land by the municipality. It determines what types of activities or developments are permitted on that property.</a:t>
            </a:r>
            <a:endParaRPr>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a3d27eb92f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3a3d27eb92f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42857"/>
              </a:lnSpc>
              <a:spcBef>
                <a:spcPts val="1100"/>
              </a:spcBef>
              <a:spcAft>
                <a:spcPts val="0"/>
              </a:spcAft>
              <a:buClr>
                <a:schemeClr val="dk1"/>
              </a:buClr>
              <a:buSzPts val="1100"/>
              <a:buFont typeface="Arial"/>
              <a:buNone/>
            </a:pPr>
            <a:r>
              <a:rPr lang="en" sz="1050">
                <a:solidFill>
                  <a:schemeClr val="dk1"/>
                </a:solidFill>
              </a:rPr>
              <a:t>During our preliminary review of the dataset, we realized that analyzing all building classes together—such as residential, commercial, and multi-residential—would not be appropriate because these categories differ significantly in characteristics and valuation drivers. To maintain consistency and accuracy, we narrowed the scope of our analysis to </a:t>
            </a:r>
            <a:r>
              <a:rPr lang="en" sz="1050" b="1">
                <a:solidFill>
                  <a:schemeClr val="dk1"/>
                </a:solidFill>
              </a:rPr>
              <a:t>residential buildings only</a:t>
            </a:r>
            <a:r>
              <a:rPr lang="en" sz="1050">
                <a:solidFill>
                  <a:schemeClr val="dk1"/>
                </a:solidFill>
              </a:rPr>
              <a:t>, which gives us a robust dataset of approximately </a:t>
            </a:r>
            <a:r>
              <a:rPr lang="en" sz="1050" b="1">
                <a:solidFill>
                  <a:schemeClr val="dk1"/>
                </a:solidFill>
              </a:rPr>
              <a:t>330,000 records</a:t>
            </a:r>
            <a:r>
              <a:rPr lang="en" sz="1050">
                <a:solidFill>
                  <a:schemeClr val="dk1"/>
                </a:solidFill>
              </a:rPr>
              <a:t>.</a:t>
            </a:r>
            <a:endParaRPr sz="1050">
              <a:solidFill>
                <a:schemeClr val="dk1"/>
              </a:solidFill>
            </a:endParaRPr>
          </a:p>
          <a:p>
            <a:pPr marL="0" lvl="0" indent="0" algn="l" rtl="0">
              <a:lnSpc>
                <a:spcPct val="142857"/>
              </a:lnSpc>
              <a:spcBef>
                <a:spcPts val="1100"/>
              </a:spcBef>
              <a:spcAft>
                <a:spcPts val="0"/>
              </a:spcAft>
              <a:buClr>
                <a:schemeClr val="dk1"/>
              </a:buClr>
              <a:buSzPts val="1100"/>
              <a:buFont typeface="Arial"/>
              <a:buNone/>
            </a:pPr>
            <a:r>
              <a:rPr lang="en" sz="1050">
                <a:solidFill>
                  <a:schemeClr val="dk1"/>
                </a:solidFill>
              </a:rPr>
              <a:t>It’s important to note that, aside from the factors we are focusing on—neighbourhood, land use designation, building age, and land size—property assessment values are also influenced by </a:t>
            </a:r>
            <a:r>
              <a:rPr lang="en" sz="1050" b="1">
                <a:solidFill>
                  <a:schemeClr val="dk1"/>
                </a:solidFill>
              </a:rPr>
              <a:t>market dynamics and policy decisions</a:t>
            </a:r>
            <a:r>
              <a:rPr lang="en" sz="1050">
                <a:solidFill>
                  <a:schemeClr val="dk1"/>
                </a:solidFill>
              </a:rPr>
              <a:t>. However, these external factors are </a:t>
            </a:r>
            <a:r>
              <a:rPr lang="en" sz="1050" b="1">
                <a:solidFill>
                  <a:schemeClr val="dk1"/>
                </a:solidFill>
              </a:rPr>
              <a:t>outside the scope of this analysis</a:t>
            </a:r>
            <a:r>
              <a:rPr lang="en" sz="1050">
                <a:solidFill>
                  <a:schemeClr val="dk1"/>
                </a:solidFill>
              </a:rPr>
              <a:t>.</a:t>
            </a:r>
            <a:endParaRPr sz="1050">
              <a:solidFill>
                <a:schemeClr val="dk1"/>
              </a:solidFill>
            </a:endParaRPr>
          </a:p>
          <a:p>
            <a:pPr marL="0" lvl="0" indent="0" algn="l" rtl="0">
              <a:spcBef>
                <a:spcPts val="11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ad51ba7b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3ad51ba7b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Now, we’re looking at a visualization of the average assessed property values across different communities. The goal here is to answer our statistical question: </a:t>
            </a:r>
            <a:r>
              <a:rPr lang="en" i="1" dirty="0">
                <a:solidFill>
                  <a:schemeClr val="dk1"/>
                </a:solidFill>
              </a:rPr>
              <a:t>Which communities show the highest and lowest average assessed values. </a:t>
            </a:r>
            <a:r>
              <a:rPr lang="en" dirty="0">
                <a:solidFill>
                  <a:schemeClr val="dk1"/>
                </a:solidFill>
              </a:rPr>
              <a:t>The </a:t>
            </a:r>
            <a:r>
              <a:rPr lang="en" b="1" dirty="0">
                <a:solidFill>
                  <a:schemeClr val="dk1"/>
                </a:solidFill>
              </a:rPr>
              <a:t>null hypothesis</a:t>
            </a:r>
            <a:r>
              <a:rPr lang="en" dirty="0">
                <a:solidFill>
                  <a:schemeClr val="dk1"/>
                </a:solidFill>
              </a:rPr>
              <a:t> states that there is no difference in mean assessed values across communities. The </a:t>
            </a:r>
            <a:r>
              <a:rPr lang="en" b="1" dirty="0">
                <a:solidFill>
                  <a:schemeClr val="dk1"/>
                </a:solidFill>
              </a:rPr>
              <a:t>alternative hypothesis</a:t>
            </a:r>
            <a:r>
              <a:rPr lang="en" dirty="0">
                <a:solidFill>
                  <a:schemeClr val="dk1"/>
                </a:solidFill>
              </a:rPr>
              <a:t> suggests that at least one community differs in its average assessed value.</a:t>
            </a:r>
            <a:endParaRPr dirty="0"/>
          </a:p>
          <a:p>
            <a:pPr marL="0" lvl="0" indent="0" algn="l" rtl="0">
              <a:spcBef>
                <a:spcPts val="0"/>
              </a:spcBef>
              <a:spcAft>
                <a:spcPts val="0"/>
              </a:spcAft>
              <a:buNone/>
            </a:pPr>
            <a:r>
              <a:rPr lang="en" dirty="0"/>
              <a:t>This plots factor in land use designation, since pvalue for COMM_NAME is less than alpha, we reject the null hypothesis in favor of the Alternate Hypothesis</a:t>
            </a:r>
            <a:endParaRPr dirty="0"/>
          </a:p>
          <a:p>
            <a:pPr marL="0" lvl="0" indent="0" algn="l" rtl="0">
              <a:spcBef>
                <a:spcPts val="0"/>
              </a:spcBef>
              <a:spcAft>
                <a:spcPts val="0"/>
              </a:spcAft>
              <a:buClr>
                <a:schemeClr val="dk1"/>
              </a:buClr>
              <a:buSzPts val="1100"/>
              <a:buFont typeface="Arial"/>
              <a:buNone/>
            </a:pPr>
            <a:r>
              <a:rPr lang="en" dirty="0">
                <a:solidFill>
                  <a:schemeClr val="dk1"/>
                </a:solidFill>
              </a:rPr>
              <a:t>On the </a:t>
            </a:r>
            <a:r>
              <a:rPr lang="en" b="1" dirty="0">
                <a:solidFill>
                  <a:schemeClr val="dk1"/>
                </a:solidFill>
              </a:rPr>
              <a:t>right</a:t>
            </a:r>
            <a:r>
              <a:rPr lang="en" dirty="0">
                <a:solidFill>
                  <a:schemeClr val="dk1"/>
                </a:solidFill>
              </a:rPr>
              <a:t>, we have the </a:t>
            </a:r>
            <a:r>
              <a:rPr lang="en" b="1" dirty="0">
                <a:solidFill>
                  <a:schemeClr val="dk1"/>
                </a:solidFill>
              </a:rPr>
              <a:t>Top 10 communities by average assessed value</a:t>
            </a:r>
            <a:r>
              <a:rPr lang="en" dirty="0">
                <a:solidFill>
                  <a:schemeClr val="dk1"/>
                </a:solidFill>
              </a:rPr>
              <a:t>. Here, we can see that communities like </a:t>
            </a:r>
            <a:r>
              <a:rPr lang="en" b="1" dirty="0">
                <a:solidFill>
                  <a:schemeClr val="dk1"/>
                </a:solidFill>
              </a:rPr>
              <a:t>Bel-Aire, Britannia, and Eagle Ridge</a:t>
            </a:r>
            <a:r>
              <a:rPr lang="en" dirty="0">
                <a:solidFill>
                  <a:schemeClr val="dk1"/>
                </a:solidFill>
              </a:rPr>
              <a:t> stand out significantly, with average assessed values approaching </a:t>
            </a:r>
            <a:r>
              <a:rPr lang="en" b="1" dirty="0">
                <a:solidFill>
                  <a:schemeClr val="dk1"/>
                </a:solidFill>
              </a:rPr>
              <a:t>three million dollars</a:t>
            </a:r>
            <a:r>
              <a:rPr lang="en" dirty="0">
                <a:solidFill>
                  <a:schemeClr val="dk1"/>
                </a:solidFill>
              </a:rPr>
              <a:t>. The remaining top communities—such as Upper Mount Royal, Rideau Park, and Elbow Park—also show consistently high values, generally in the range of </a:t>
            </a:r>
            <a:r>
              <a:rPr lang="en" b="1" dirty="0">
                <a:solidFill>
                  <a:schemeClr val="dk1"/>
                </a:solidFill>
              </a:rPr>
              <a:t>1.8 to two-and-a-half million dollars</a:t>
            </a:r>
            <a:r>
              <a:rPr lang="en" dirty="0">
                <a:solidFill>
                  <a:schemeClr val="dk1"/>
                </a:solidFill>
              </a:rPr>
              <a:t>. These areas represent some of the most affluent neighbourhoods in the dataset.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On the </a:t>
            </a:r>
            <a:r>
              <a:rPr lang="en" b="1" dirty="0">
                <a:solidFill>
                  <a:schemeClr val="dk1"/>
                </a:solidFill>
              </a:rPr>
              <a:t>left</a:t>
            </a:r>
            <a:r>
              <a:rPr lang="en" dirty="0">
                <a:solidFill>
                  <a:schemeClr val="dk1"/>
                </a:solidFill>
              </a:rPr>
              <a:t>, we have the </a:t>
            </a:r>
            <a:r>
              <a:rPr lang="en" b="1" dirty="0">
                <a:solidFill>
                  <a:schemeClr val="dk1"/>
                </a:solidFill>
              </a:rPr>
              <a:t>Bottom 10 communities by average assessed value</a:t>
            </a:r>
            <a:r>
              <a:rPr lang="en" dirty="0">
                <a:solidFill>
                  <a:schemeClr val="dk1"/>
                </a:solidFill>
              </a:rPr>
              <a:t>. These communities—show much lower average assessments, typically between </a:t>
            </a:r>
            <a:r>
              <a:rPr lang="en" b="1" dirty="0">
                <a:solidFill>
                  <a:schemeClr val="dk1"/>
                </a:solidFill>
              </a:rPr>
              <a:t>three hundred thousand and 600 hundred thousand dollars</a:t>
            </a:r>
            <a:r>
              <a:rPr lang="en" dirty="0">
                <a:solidFill>
                  <a:schemeClr val="dk1"/>
                </a:solidFill>
              </a:rPr>
              <a:t>. These neighbourhoods tend to be older, more affordable, and in some cases, more densely populated.</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3ad9216789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3ad9216789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These plot does not consider land use designation. Overall, what these two charts show is a </a:t>
            </a:r>
            <a:r>
              <a:rPr lang="en" b="1" dirty="0">
                <a:solidFill>
                  <a:schemeClr val="dk1"/>
                </a:solidFill>
              </a:rPr>
              <a:t>substantial gap</a:t>
            </a:r>
            <a:r>
              <a:rPr lang="en" dirty="0">
                <a:solidFill>
                  <a:schemeClr val="dk1"/>
                </a:solidFill>
              </a:rPr>
              <a:t> between the highest- and lowest-valued communities—often more than </a:t>
            </a:r>
            <a:r>
              <a:rPr lang="en" b="1" dirty="0">
                <a:solidFill>
                  <a:schemeClr val="dk1"/>
                </a:solidFill>
              </a:rPr>
              <a:t>two million dollars</a:t>
            </a:r>
            <a:r>
              <a:rPr lang="en" dirty="0">
                <a:solidFill>
                  <a:schemeClr val="dk1"/>
                </a:solidFill>
              </a:rPr>
              <a:t> in difference. This spread strongly suggests that the null hypothesis is unlikely to hold, as property values vary considerably across different neighbourhoods.</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3ad51ba7b7f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ad51ba7b7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Since p-value for LAND USE DESIGNATION  is less than alpha  at alpha = 0.05, we reject the null hypothesis in favor of the Alternate Hypothesis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3ad61ff5b6b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3ad61ff5b6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Since pvalue for LAND USE DESIGNATION  is less than alpha  at alpha = 0.05, we reject the null hypothesis in favor of the Alternate Hypothesis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3ad61ff5b6b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3ad61ff5b6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3ad61ff5b6b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3ad61ff5b6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42857"/>
              </a:lnSpc>
              <a:spcBef>
                <a:spcPts val="1400"/>
              </a:spcBef>
              <a:spcAft>
                <a:spcPts val="0"/>
              </a:spcAft>
              <a:buClr>
                <a:schemeClr val="dk1"/>
              </a:buClr>
              <a:buSzPts val="1100"/>
              <a:buFont typeface="Arial"/>
              <a:buNone/>
            </a:pPr>
            <a:r>
              <a:rPr lang="en" sz="1250" b="1">
                <a:solidFill>
                  <a:schemeClr val="dk1"/>
                </a:solidFill>
              </a:rPr>
              <a:t>Why Log Transform Assessed Value?</a:t>
            </a:r>
            <a:endParaRPr sz="1250" b="1">
              <a:solidFill>
                <a:schemeClr val="dk1"/>
              </a:solidFill>
            </a:endParaRPr>
          </a:p>
          <a:p>
            <a:pPr marL="457200" lvl="0" indent="-295275" algn="l" rtl="0">
              <a:lnSpc>
                <a:spcPct val="115000"/>
              </a:lnSpc>
              <a:spcBef>
                <a:spcPts val="1100"/>
              </a:spcBef>
              <a:spcAft>
                <a:spcPts val="0"/>
              </a:spcAft>
              <a:buClr>
                <a:schemeClr val="dk1"/>
              </a:buClr>
              <a:buSzPts val="1050"/>
              <a:buChar char="●"/>
            </a:pPr>
            <a:r>
              <a:rPr lang="en" sz="1050" b="1">
                <a:solidFill>
                  <a:schemeClr val="dk1"/>
                </a:solidFill>
              </a:rPr>
              <a:t>Stabilizes Variance:</a:t>
            </a:r>
            <a:r>
              <a:rPr lang="en" sz="1050">
                <a:solidFill>
                  <a:schemeClr val="dk1"/>
                </a:solidFill>
              </a:rPr>
              <a:t> Reduces heteroskedasticity by compressing large values and spreading small ones, improving regression assumptions.</a:t>
            </a:r>
            <a:endParaRPr sz="1050">
              <a:solidFill>
                <a:schemeClr val="dk1"/>
              </a:solidFill>
            </a:endParaRPr>
          </a:p>
          <a:p>
            <a:pPr marL="457200" lvl="0" indent="-295275" algn="l" rtl="0">
              <a:lnSpc>
                <a:spcPct val="115000"/>
              </a:lnSpc>
              <a:spcBef>
                <a:spcPts val="0"/>
              </a:spcBef>
              <a:spcAft>
                <a:spcPts val="0"/>
              </a:spcAft>
              <a:buClr>
                <a:schemeClr val="dk1"/>
              </a:buClr>
              <a:buSzPts val="1050"/>
              <a:buChar char="●"/>
            </a:pPr>
            <a:r>
              <a:rPr lang="en" sz="1050" b="1">
                <a:solidFill>
                  <a:schemeClr val="dk1"/>
                </a:solidFill>
              </a:rPr>
              <a:t>Normalizes Distribution:</a:t>
            </a:r>
            <a:r>
              <a:rPr lang="en" sz="1050">
                <a:solidFill>
                  <a:schemeClr val="dk1"/>
                </a:solidFill>
              </a:rPr>
              <a:t> Converts right-skewed property values into a more normal shape, enhancing model fit and inference.</a:t>
            </a:r>
            <a:endParaRPr sz="1050">
              <a:solidFill>
                <a:schemeClr val="dk1"/>
              </a:solidFill>
            </a:endParaRPr>
          </a:p>
          <a:p>
            <a:pPr marL="457200" lvl="0" indent="-295275" algn="l" rtl="0">
              <a:lnSpc>
                <a:spcPct val="115000"/>
              </a:lnSpc>
              <a:spcBef>
                <a:spcPts val="0"/>
              </a:spcBef>
              <a:spcAft>
                <a:spcPts val="0"/>
              </a:spcAft>
              <a:buClr>
                <a:schemeClr val="dk1"/>
              </a:buClr>
              <a:buSzPts val="1050"/>
              <a:buChar char="●"/>
            </a:pPr>
            <a:r>
              <a:rPr lang="en" sz="1050" b="1">
                <a:solidFill>
                  <a:schemeClr val="dk1"/>
                </a:solidFill>
              </a:rPr>
              <a:t>Interpretation Becomes Percentage-Based:</a:t>
            </a:r>
            <a:endParaRPr sz="1050" b="1">
              <a:solidFill>
                <a:schemeClr val="dk1"/>
              </a:solidFill>
            </a:endParaRPr>
          </a:p>
          <a:p>
            <a:pPr marL="914400" lvl="1" indent="-295275" algn="l" rtl="0">
              <a:lnSpc>
                <a:spcPct val="115000"/>
              </a:lnSpc>
              <a:spcBef>
                <a:spcPts val="0"/>
              </a:spcBef>
              <a:spcAft>
                <a:spcPts val="0"/>
              </a:spcAft>
              <a:buClr>
                <a:schemeClr val="dk1"/>
              </a:buClr>
              <a:buSzPts val="1050"/>
              <a:buChar char="○"/>
            </a:pPr>
            <a:r>
              <a:rPr lang="en" sz="1050">
                <a:solidFill>
                  <a:schemeClr val="dk1"/>
                </a:solidFill>
              </a:rPr>
              <a:t>Numeric predictors: Coefficients ≈ % change in assessed value for a one-unit change.</a:t>
            </a:r>
            <a:br>
              <a:rPr lang="en" sz="1050">
                <a:solidFill>
                  <a:schemeClr val="dk1"/>
                </a:solidFill>
              </a:rPr>
            </a:br>
            <a:r>
              <a:rPr lang="en" sz="1050" i="1">
                <a:solidFill>
                  <a:schemeClr val="dk1"/>
                </a:solidFill>
              </a:rPr>
              <a:t>Example:</a:t>
            </a:r>
            <a:r>
              <a:rPr lang="en" sz="1050">
                <a:solidFill>
                  <a:schemeClr val="dk1"/>
                </a:solidFill>
              </a:rPr>
              <a:t> β₁ = 0.02 → ~2% increase per unit.</a:t>
            </a:r>
            <a:endParaRPr sz="1050">
              <a:solidFill>
                <a:schemeClr val="dk1"/>
              </a:solidFill>
            </a:endParaRPr>
          </a:p>
          <a:p>
            <a:pPr marL="914400" lvl="1" indent="-295275" algn="l" rtl="0">
              <a:lnSpc>
                <a:spcPct val="115000"/>
              </a:lnSpc>
              <a:spcBef>
                <a:spcPts val="0"/>
              </a:spcBef>
              <a:spcAft>
                <a:spcPts val="0"/>
              </a:spcAft>
              <a:buClr>
                <a:schemeClr val="dk1"/>
              </a:buClr>
              <a:buSzPts val="1050"/>
              <a:buChar char="○"/>
            </a:pPr>
            <a:r>
              <a:rPr lang="en" sz="1050">
                <a:solidFill>
                  <a:schemeClr val="dk1"/>
                </a:solidFill>
              </a:rPr>
              <a:t>Categorical predictors: Difference ≈ (𝑒𝛽−1)×100%(eβ−1)×100%.</a:t>
            </a:r>
            <a:endParaRPr sz="1050">
              <a:solidFill>
                <a:schemeClr val="dk1"/>
              </a:solidFill>
            </a:endParaRPr>
          </a:p>
          <a:p>
            <a:pPr marL="457200" lvl="0" indent="-295275" algn="l" rtl="0">
              <a:lnSpc>
                <a:spcPct val="115000"/>
              </a:lnSpc>
              <a:spcBef>
                <a:spcPts val="0"/>
              </a:spcBef>
              <a:spcAft>
                <a:spcPts val="0"/>
              </a:spcAft>
              <a:buClr>
                <a:schemeClr val="dk1"/>
              </a:buClr>
              <a:buSzPts val="1050"/>
              <a:buChar char="●"/>
            </a:pPr>
            <a:r>
              <a:rPr lang="en" sz="1050" b="1">
                <a:solidFill>
                  <a:schemeClr val="dk1"/>
                </a:solidFill>
              </a:rPr>
              <a:t>Improves Model Performance:</a:t>
            </a:r>
            <a:r>
              <a:rPr lang="en" sz="1050">
                <a:solidFill>
                  <a:schemeClr val="dk1"/>
                </a:solidFill>
              </a:rPr>
              <a:t> Often increases R² and reduces influence of outliers.</a:t>
            </a:r>
            <a:endParaRPr sz="1050">
              <a:solidFill>
                <a:schemeClr val="dk1"/>
              </a:solidFill>
            </a:endParaRPr>
          </a:p>
          <a:p>
            <a:pPr marL="0" lvl="0" indent="0" algn="l" rtl="0">
              <a:spcBef>
                <a:spcPts val="110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3ad92167894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3ad92167894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42857"/>
              </a:lnSpc>
              <a:spcBef>
                <a:spcPts val="1400"/>
              </a:spcBef>
              <a:spcAft>
                <a:spcPts val="0"/>
              </a:spcAft>
              <a:buClr>
                <a:schemeClr val="dk1"/>
              </a:buClr>
              <a:buSzPts val="1100"/>
              <a:buFont typeface="Arial"/>
              <a:buNone/>
            </a:pPr>
            <a:r>
              <a:rPr lang="en" sz="1250" b="1">
                <a:solidFill>
                  <a:schemeClr val="dk1"/>
                </a:solidFill>
              </a:rPr>
              <a:t>Why Log Transform Assessed Value?</a:t>
            </a:r>
            <a:endParaRPr sz="1250" b="1">
              <a:solidFill>
                <a:schemeClr val="dk1"/>
              </a:solidFill>
            </a:endParaRPr>
          </a:p>
          <a:p>
            <a:pPr marL="457200" lvl="0" indent="-295275" algn="l" rtl="0">
              <a:lnSpc>
                <a:spcPct val="115000"/>
              </a:lnSpc>
              <a:spcBef>
                <a:spcPts val="1100"/>
              </a:spcBef>
              <a:spcAft>
                <a:spcPts val="0"/>
              </a:spcAft>
              <a:buClr>
                <a:schemeClr val="dk1"/>
              </a:buClr>
              <a:buSzPts val="1050"/>
              <a:buChar char="●"/>
            </a:pPr>
            <a:r>
              <a:rPr lang="en" sz="1050" b="1">
                <a:solidFill>
                  <a:schemeClr val="dk1"/>
                </a:solidFill>
              </a:rPr>
              <a:t>Stabilizes Variance:</a:t>
            </a:r>
            <a:r>
              <a:rPr lang="en" sz="1050">
                <a:solidFill>
                  <a:schemeClr val="dk1"/>
                </a:solidFill>
              </a:rPr>
              <a:t> Reduces heteroskedasticity by compressing large values and spreading small ones, improving regression assumptions.</a:t>
            </a:r>
            <a:endParaRPr sz="1050">
              <a:solidFill>
                <a:schemeClr val="dk1"/>
              </a:solidFill>
            </a:endParaRPr>
          </a:p>
          <a:p>
            <a:pPr marL="457200" lvl="0" indent="-295275" algn="l" rtl="0">
              <a:lnSpc>
                <a:spcPct val="115000"/>
              </a:lnSpc>
              <a:spcBef>
                <a:spcPts val="0"/>
              </a:spcBef>
              <a:spcAft>
                <a:spcPts val="0"/>
              </a:spcAft>
              <a:buClr>
                <a:schemeClr val="dk1"/>
              </a:buClr>
              <a:buSzPts val="1050"/>
              <a:buChar char="●"/>
            </a:pPr>
            <a:r>
              <a:rPr lang="en" sz="1050" b="1">
                <a:solidFill>
                  <a:schemeClr val="dk1"/>
                </a:solidFill>
              </a:rPr>
              <a:t>Normalizes Distribution:</a:t>
            </a:r>
            <a:r>
              <a:rPr lang="en" sz="1050">
                <a:solidFill>
                  <a:schemeClr val="dk1"/>
                </a:solidFill>
              </a:rPr>
              <a:t> Converts right-skewed property values into a more normal shape, enhancing model fit and inference.</a:t>
            </a:r>
            <a:endParaRPr sz="1050">
              <a:solidFill>
                <a:schemeClr val="dk1"/>
              </a:solidFill>
            </a:endParaRPr>
          </a:p>
          <a:p>
            <a:pPr marL="457200" lvl="0" indent="-295275" algn="l" rtl="0">
              <a:lnSpc>
                <a:spcPct val="115000"/>
              </a:lnSpc>
              <a:spcBef>
                <a:spcPts val="0"/>
              </a:spcBef>
              <a:spcAft>
                <a:spcPts val="0"/>
              </a:spcAft>
              <a:buClr>
                <a:schemeClr val="dk1"/>
              </a:buClr>
              <a:buSzPts val="1050"/>
              <a:buChar char="●"/>
            </a:pPr>
            <a:r>
              <a:rPr lang="en" sz="1050" b="1">
                <a:solidFill>
                  <a:schemeClr val="dk1"/>
                </a:solidFill>
              </a:rPr>
              <a:t>Interpretation Becomes Percentage-Based:</a:t>
            </a:r>
            <a:endParaRPr sz="1050" b="1">
              <a:solidFill>
                <a:schemeClr val="dk1"/>
              </a:solidFill>
            </a:endParaRPr>
          </a:p>
          <a:p>
            <a:pPr marL="914400" lvl="1" indent="-295275" algn="l" rtl="0">
              <a:lnSpc>
                <a:spcPct val="115000"/>
              </a:lnSpc>
              <a:spcBef>
                <a:spcPts val="0"/>
              </a:spcBef>
              <a:spcAft>
                <a:spcPts val="0"/>
              </a:spcAft>
              <a:buClr>
                <a:schemeClr val="dk1"/>
              </a:buClr>
              <a:buSzPts val="1050"/>
              <a:buChar char="○"/>
            </a:pPr>
            <a:r>
              <a:rPr lang="en" sz="1050">
                <a:solidFill>
                  <a:schemeClr val="dk1"/>
                </a:solidFill>
              </a:rPr>
              <a:t>Numeric predictors: Coefficients ≈ % change in assessed value for a one-unit change.</a:t>
            </a:r>
            <a:br>
              <a:rPr lang="en" sz="1050">
                <a:solidFill>
                  <a:schemeClr val="dk1"/>
                </a:solidFill>
              </a:rPr>
            </a:br>
            <a:r>
              <a:rPr lang="en" sz="1050" i="1">
                <a:solidFill>
                  <a:schemeClr val="dk1"/>
                </a:solidFill>
              </a:rPr>
              <a:t>Example:</a:t>
            </a:r>
            <a:r>
              <a:rPr lang="en" sz="1050">
                <a:solidFill>
                  <a:schemeClr val="dk1"/>
                </a:solidFill>
              </a:rPr>
              <a:t> β₁ = 0.02 → ~2% increase per unit.</a:t>
            </a:r>
            <a:endParaRPr sz="1050">
              <a:solidFill>
                <a:schemeClr val="dk1"/>
              </a:solidFill>
            </a:endParaRPr>
          </a:p>
          <a:p>
            <a:pPr marL="914400" lvl="1" indent="-295275" algn="l" rtl="0">
              <a:lnSpc>
                <a:spcPct val="115000"/>
              </a:lnSpc>
              <a:spcBef>
                <a:spcPts val="0"/>
              </a:spcBef>
              <a:spcAft>
                <a:spcPts val="0"/>
              </a:spcAft>
              <a:buClr>
                <a:schemeClr val="dk1"/>
              </a:buClr>
              <a:buSzPts val="1050"/>
              <a:buChar char="○"/>
            </a:pPr>
            <a:r>
              <a:rPr lang="en" sz="1050">
                <a:solidFill>
                  <a:schemeClr val="dk1"/>
                </a:solidFill>
              </a:rPr>
              <a:t>Categorical predictors: Difference ≈ (𝑒𝛽−1)×100%(eβ−1)×100%.</a:t>
            </a:r>
            <a:endParaRPr sz="1050">
              <a:solidFill>
                <a:schemeClr val="dk1"/>
              </a:solidFill>
            </a:endParaRPr>
          </a:p>
          <a:p>
            <a:pPr marL="457200" lvl="0" indent="-295275" algn="l" rtl="0">
              <a:lnSpc>
                <a:spcPct val="115000"/>
              </a:lnSpc>
              <a:spcBef>
                <a:spcPts val="0"/>
              </a:spcBef>
              <a:spcAft>
                <a:spcPts val="0"/>
              </a:spcAft>
              <a:buClr>
                <a:schemeClr val="dk1"/>
              </a:buClr>
              <a:buSzPts val="1050"/>
              <a:buChar char="●"/>
            </a:pPr>
            <a:r>
              <a:rPr lang="en" sz="1050" b="1">
                <a:solidFill>
                  <a:schemeClr val="dk1"/>
                </a:solidFill>
              </a:rPr>
              <a:t>Improves Model Performance:</a:t>
            </a:r>
            <a:r>
              <a:rPr lang="en" sz="1050">
                <a:solidFill>
                  <a:schemeClr val="dk1"/>
                </a:solidFill>
              </a:rPr>
              <a:t> Often increases R² and reduces influence of outliers.</a:t>
            </a:r>
            <a:endParaRPr sz="1050">
              <a:solidFill>
                <a:schemeClr val="dk1"/>
              </a:solidFill>
            </a:endParaRPr>
          </a:p>
          <a:p>
            <a:pPr marL="0" lvl="0" indent="0" algn="l" rtl="0">
              <a:spcBef>
                <a:spcPts val="110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3a3d27eb92f_2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 name="Google Shape;692;g3a3d27eb92f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Firstly, a high mean assessed value doesn’t always indicate a wealthy residential area—sometimes it’s driven by large institutional parcels that inflate averages.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a3d27eb92f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3a3d27eb92f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ac9221e21c_0_7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3ac9221e21c_0_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blank">
  <p:cSld name="BLANK">
    <p:spTree>
      <p:nvGrpSpPr>
        <p:cNvPr id="1" name="Shape 54"/>
        <p:cNvGrpSpPr/>
        <p:nvPr/>
      </p:nvGrpSpPr>
      <p:grpSpPr>
        <a:xfrm>
          <a:off x="0" y="0"/>
          <a:ext cx="0" cy="0"/>
          <a:chOff x="0" y="0"/>
          <a:chExt cx="0" cy="0"/>
        </a:xfrm>
      </p:grpSpPr>
      <p:sp>
        <p:nvSpPr>
          <p:cNvPr id="55" name="Google Shape;55;p14"/>
          <p:cNvSpPr/>
          <p:nvPr/>
        </p:nvSpPr>
        <p:spPr>
          <a:xfrm>
            <a:off x="810500" y="0"/>
            <a:ext cx="6099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56" name="Google Shape;56;p14"/>
          <p:cNvSpPr/>
          <p:nvPr/>
        </p:nvSpPr>
        <p:spPr>
          <a:xfrm>
            <a:off x="810500" y="2040871"/>
            <a:ext cx="6099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57" name="Google Shape;57;p14"/>
          <p:cNvSpPr/>
          <p:nvPr/>
        </p:nvSpPr>
        <p:spPr>
          <a:xfrm>
            <a:off x="3" y="3061484"/>
            <a:ext cx="8124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58" name="Google Shape;58;p14"/>
          <p:cNvSpPr/>
          <p:nvPr/>
        </p:nvSpPr>
        <p:spPr>
          <a:xfrm>
            <a:off x="810500" y="1020429"/>
            <a:ext cx="6099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59" name="Google Shape;59;p14"/>
          <p:cNvSpPr/>
          <p:nvPr/>
        </p:nvSpPr>
        <p:spPr>
          <a:xfrm>
            <a:off x="-1" y="0"/>
            <a:ext cx="8124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0" name="Google Shape;60;p14"/>
          <p:cNvSpPr/>
          <p:nvPr/>
        </p:nvSpPr>
        <p:spPr>
          <a:xfrm>
            <a:off x="810505" y="3061475"/>
            <a:ext cx="609900" cy="1042800"/>
          </a:xfrm>
          <a:prstGeom prst="snip2DiagRect">
            <a:avLst>
              <a:gd name="adj1" fmla="val 0"/>
              <a:gd name="adj2" fmla="val 3967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1" name="Google Shape;61;p14"/>
          <p:cNvSpPr/>
          <p:nvPr/>
        </p:nvSpPr>
        <p:spPr>
          <a:xfrm>
            <a:off x="-1" y="2040871"/>
            <a:ext cx="812400" cy="1020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2" name="Google Shape;62;p14"/>
          <p:cNvSpPr/>
          <p:nvPr/>
        </p:nvSpPr>
        <p:spPr>
          <a:xfrm>
            <a:off x="-1" y="1020418"/>
            <a:ext cx="8124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3" name="Google Shape;63;p14"/>
          <p:cNvSpPr/>
          <p:nvPr/>
        </p:nvSpPr>
        <p:spPr>
          <a:xfrm>
            <a:off x="3" y="4100578"/>
            <a:ext cx="8124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4" name="Google Shape;64;p14"/>
          <p:cNvSpPr/>
          <p:nvPr/>
        </p:nvSpPr>
        <p:spPr>
          <a:xfrm>
            <a:off x="810502" y="4100581"/>
            <a:ext cx="6099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5" name="Google Shape;65;p14"/>
          <p:cNvSpPr/>
          <p:nvPr/>
        </p:nvSpPr>
        <p:spPr>
          <a:xfrm>
            <a:off x="1420399" y="0"/>
            <a:ext cx="432000" cy="1020600"/>
          </a:xfrm>
          <a:prstGeom prst="snip2DiagRect">
            <a:avLst>
              <a:gd name="adj1" fmla="val 0"/>
              <a:gd name="adj2"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6" name="Google Shape;66;p14"/>
          <p:cNvSpPr/>
          <p:nvPr/>
        </p:nvSpPr>
        <p:spPr>
          <a:xfrm>
            <a:off x="1420399" y="2040871"/>
            <a:ext cx="432000" cy="1020600"/>
          </a:xfrm>
          <a:prstGeom prst="snip2DiagRect">
            <a:avLst>
              <a:gd name="adj1" fmla="val 0"/>
              <a:gd name="adj2" fmla="val 3967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7" name="Google Shape;67;p14"/>
          <p:cNvSpPr/>
          <p:nvPr/>
        </p:nvSpPr>
        <p:spPr>
          <a:xfrm>
            <a:off x="1420399" y="1020429"/>
            <a:ext cx="4320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8" name="Google Shape;68;p14"/>
          <p:cNvSpPr/>
          <p:nvPr/>
        </p:nvSpPr>
        <p:spPr>
          <a:xfrm>
            <a:off x="1420401" y="3061475"/>
            <a:ext cx="432000" cy="10428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69" name="Google Shape;69;p14"/>
          <p:cNvSpPr/>
          <p:nvPr/>
        </p:nvSpPr>
        <p:spPr>
          <a:xfrm>
            <a:off x="1420400" y="4100581"/>
            <a:ext cx="4320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0" name="Google Shape;70;p14"/>
          <p:cNvSpPr txBox="1">
            <a:spLocks noGrp="1"/>
          </p:cNvSpPr>
          <p:nvPr>
            <p:ph type="title"/>
          </p:nvPr>
        </p:nvSpPr>
        <p:spPr>
          <a:xfrm>
            <a:off x="3154650" y="3235981"/>
            <a:ext cx="5760900" cy="587700"/>
          </a:xfrm>
          <a:prstGeom prst="rect">
            <a:avLst/>
          </a:prstGeom>
        </p:spPr>
        <p:txBody>
          <a:bodyPr spcFirstLastPara="1" wrap="square" lIns="0" tIns="91425" rIns="91425" bIns="0" anchor="b" anchorCtr="0">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71" name="Google Shape;71;p14"/>
          <p:cNvSpPr txBox="1">
            <a:spLocks noGrp="1"/>
          </p:cNvSpPr>
          <p:nvPr>
            <p:ph type="subTitle" idx="1"/>
          </p:nvPr>
        </p:nvSpPr>
        <p:spPr>
          <a:xfrm>
            <a:off x="3154650" y="3875775"/>
            <a:ext cx="5760900" cy="506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BLANK_3">
    <p:bg>
      <p:bgPr>
        <a:solidFill>
          <a:schemeClr val="accent5"/>
        </a:solidFill>
        <a:effectLst/>
      </p:bgPr>
    </p:bg>
    <p:spTree>
      <p:nvGrpSpPr>
        <p:cNvPr id="1" name="Shape 72"/>
        <p:cNvGrpSpPr/>
        <p:nvPr/>
      </p:nvGrpSpPr>
      <p:grpSpPr>
        <a:xfrm>
          <a:off x="0" y="0"/>
          <a:ext cx="0" cy="0"/>
          <a:chOff x="0" y="0"/>
          <a:chExt cx="0" cy="0"/>
        </a:xfrm>
      </p:grpSpPr>
      <p:sp>
        <p:nvSpPr>
          <p:cNvPr id="73" name="Google Shape;73;p15"/>
          <p:cNvSpPr/>
          <p:nvPr/>
        </p:nvSpPr>
        <p:spPr>
          <a:xfrm>
            <a:off x="810500" y="0"/>
            <a:ext cx="6099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4" name="Google Shape;74;p15"/>
          <p:cNvSpPr/>
          <p:nvPr/>
        </p:nvSpPr>
        <p:spPr>
          <a:xfrm>
            <a:off x="810500" y="2040871"/>
            <a:ext cx="6099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5" name="Google Shape;75;p15"/>
          <p:cNvSpPr/>
          <p:nvPr/>
        </p:nvSpPr>
        <p:spPr>
          <a:xfrm>
            <a:off x="3" y="3061484"/>
            <a:ext cx="8124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6" name="Google Shape;76;p15"/>
          <p:cNvSpPr/>
          <p:nvPr/>
        </p:nvSpPr>
        <p:spPr>
          <a:xfrm>
            <a:off x="810500" y="1020429"/>
            <a:ext cx="6099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7" name="Google Shape;77;p15"/>
          <p:cNvSpPr/>
          <p:nvPr/>
        </p:nvSpPr>
        <p:spPr>
          <a:xfrm>
            <a:off x="-1" y="0"/>
            <a:ext cx="8124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8" name="Google Shape;78;p15"/>
          <p:cNvSpPr/>
          <p:nvPr/>
        </p:nvSpPr>
        <p:spPr>
          <a:xfrm>
            <a:off x="810505" y="3061475"/>
            <a:ext cx="609900" cy="1042800"/>
          </a:xfrm>
          <a:prstGeom prst="snip2DiagRect">
            <a:avLst>
              <a:gd name="adj1" fmla="val 0"/>
              <a:gd name="adj2" fmla="val 3967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79" name="Google Shape;79;p15"/>
          <p:cNvSpPr/>
          <p:nvPr/>
        </p:nvSpPr>
        <p:spPr>
          <a:xfrm>
            <a:off x="-1" y="2040871"/>
            <a:ext cx="812400" cy="1020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0" name="Google Shape;80;p15"/>
          <p:cNvSpPr/>
          <p:nvPr/>
        </p:nvSpPr>
        <p:spPr>
          <a:xfrm>
            <a:off x="-1" y="1020418"/>
            <a:ext cx="8124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1" name="Google Shape;81;p15"/>
          <p:cNvSpPr/>
          <p:nvPr/>
        </p:nvSpPr>
        <p:spPr>
          <a:xfrm>
            <a:off x="3" y="4100578"/>
            <a:ext cx="8124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2" name="Google Shape;82;p15"/>
          <p:cNvSpPr/>
          <p:nvPr/>
        </p:nvSpPr>
        <p:spPr>
          <a:xfrm>
            <a:off x="810502" y="4100581"/>
            <a:ext cx="6099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3" name="Google Shape;83;p15"/>
          <p:cNvSpPr/>
          <p:nvPr/>
        </p:nvSpPr>
        <p:spPr>
          <a:xfrm>
            <a:off x="1420399" y="0"/>
            <a:ext cx="432000" cy="1020600"/>
          </a:xfrm>
          <a:prstGeom prst="snip2DiagRect">
            <a:avLst>
              <a:gd name="adj1" fmla="val 0"/>
              <a:gd name="adj2"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4" name="Google Shape;84;p15"/>
          <p:cNvSpPr/>
          <p:nvPr/>
        </p:nvSpPr>
        <p:spPr>
          <a:xfrm>
            <a:off x="1420399" y="2040871"/>
            <a:ext cx="432000" cy="1020600"/>
          </a:xfrm>
          <a:prstGeom prst="snip2DiagRect">
            <a:avLst>
              <a:gd name="adj1" fmla="val 0"/>
              <a:gd name="adj2" fmla="val 3967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5" name="Google Shape;85;p15"/>
          <p:cNvSpPr/>
          <p:nvPr/>
        </p:nvSpPr>
        <p:spPr>
          <a:xfrm>
            <a:off x="1420399" y="1020429"/>
            <a:ext cx="4320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6" name="Google Shape;86;p15"/>
          <p:cNvSpPr/>
          <p:nvPr/>
        </p:nvSpPr>
        <p:spPr>
          <a:xfrm>
            <a:off x="1420401" y="3061475"/>
            <a:ext cx="432000" cy="10428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7" name="Google Shape;87;p15"/>
          <p:cNvSpPr/>
          <p:nvPr/>
        </p:nvSpPr>
        <p:spPr>
          <a:xfrm>
            <a:off x="1420400" y="4100581"/>
            <a:ext cx="432000" cy="10428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88" name="Google Shape;88;p15"/>
          <p:cNvSpPr txBox="1">
            <a:spLocks noGrp="1"/>
          </p:cNvSpPr>
          <p:nvPr>
            <p:ph type="title"/>
          </p:nvPr>
        </p:nvSpPr>
        <p:spPr>
          <a:xfrm>
            <a:off x="3154650" y="467500"/>
            <a:ext cx="5760900" cy="587700"/>
          </a:xfrm>
          <a:prstGeom prst="rect">
            <a:avLst/>
          </a:prstGeom>
        </p:spPr>
        <p:txBody>
          <a:bodyPr spcFirstLastPara="1" wrap="square" lIns="0" tIns="91425" rIns="91425" bIns="0" anchor="b" anchorCtr="0">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89" name="Google Shape;89;p15"/>
          <p:cNvSpPr txBox="1">
            <a:spLocks noGrp="1"/>
          </p:cNvSpPr>
          <p:nvPr>
            <p:ph type="subTitle" idx="1"/>
          </p:nvPr>
        </p:nvSpPr>
        <p:spPr>
          <a:xfrm>
            <a:off x="3154650" y="1107294"/>
            <a:ext cx="5760900" cy="506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5"/>
          <p:cNvSpPr>
            <a:spLocks noGrp="1"/>
          </p:cNvSpPr>
          <p:nvPr>
            <p:ph type="pic" idx="2"/>
          </p:nvPr>
        </p:nvSpPr>
        <p:spPr>
          <a:xfrm>
            <a:off x="3154650" y="3875225"/>
            <a:ext cx="618600" cy="808500"/>
          </a:xfrm>
          <a:prstGeom prst="snip2DiagRect">
            <a:avLst>
              <a:gd name="adj1" fmla="val 0"/>
              <a:gd name="adj2" fmla="val 34473"/>
            </a:avLst>
          </a:prstGeom>
          <a:noFill/>
          <a:ln>
            <a:noFill/>
          </a:ln>
        </p:spPr>
      </p:sp>
      <p:sp>
        <p:nvSpPr>
          <p:cNvPr id="91" name="Google Shape;91;p15"/>
          <p:cNvSpPr txBox="1">
            <a:spLocks noGrp="1"/>
          </p:cNvSpPr>
          <p:nvPr>
            <p:ph type="subTitle" idx="3"/>
          </p:nvPr>
        </p:nvSpPr>
        <p:spPr>
          <a:xfrm>
            <a:off x="3859150" y="4072916"/>
            <a:ext cx="2621700" cy="1731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a:endParaRPr/>
          </a:p>
        </p:txBody>
      </p:sp>
      <p:sp>
        <p:nvSpPr>
          <p:cNvPr id="92" name="Google Shape;92;p15"/>
          <p:cNvSpPr txBox="1">
            <a:spLocks noGrp="1"/>
          </p:cNvSpPr>
          <p:nvPr>
            <p:ph type="subTitle" idx="4"/>
          </p:nvPr>
        </p:nvSpPr>
        <p:spPr>
          <a:xfrm>
            <a:off x="3859150" y="4321400"/>
            <a:ext cx="1061400" cy="173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a:endParaRPr/>
          </a:p>
        </p:txBody>
      </p:sp>
      <p:sp>
        <p:nvSpPr>
          <p:cNvPr id="93" name="Google Shape;93;p15"/>
          <p:cNvSpPr txBox="1">
            <a:spLocks noGrp="1"/>
          </p:cNvSpPr>
          <p:nvPr>
            <p:ph type="subTitle" idx="5"/>
          </p:nvPr>
        </p:nvSpPr>
        <p:spPr>
          <a:xfrm>
            <a:off x="5055800" y="4321400"/>
            <a:ext cx="1061400" cy="173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a:endParaRPr/>
          </a:p>
        </p:txBody>
      </p:sp>
      <p:sp>
        <p:nvSpPr>
          <p:cNvPr id="94" name="Google Shape;94;p15"/>
          <p:cNvSpPr txBox="1">
            <a:spLocks noGrp="1"/>
          </p:cNvSpPr>
          <p:nvPr>
            <p:ph type="subTitle" idx="6"/>
          </p:nvPr>
        </p:nvSpPr>
        <p:spPr>
          <a:xfrm>
            <a:off x="6252450" y="4321400"/>
            <a:ext cx="1061400" cy="173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1">
  <p:cSld name="BLANK_2">
    <p:spTree>
      <p:nvGrpSpPr>
        <p:cNvPr id="1" name="Shape 95"/>
        <p:cNvGrpSpPr/>
        <p:nvPr/>
      </p:nvGrpSpPr>
      <p:grpSpPr>
        <a:xfrm>
          <a:off x="0" y="0"/>
          <a:ext cx="0" cy="0"/>
          <a:chOff x="0" y="0"/>
          <a:chExt cx="0" cy="0"/>
        </a:xfrm>
      </p:grpSpPr>
      <p:sp>
        <p:nvSpPr>
          <p:cNvPr id="96" name="Google Shape;96;p16"/>
          <p:cNvSpPr/>
          <p:nvPr/>
        </p:nvSpPr>
        <p:spPr>
          <a:xfrm>
            <a:off x="7291578" y="4100578"/>
            <a:ext cx="812400" cy="10428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97" name="Google Shape;97;p16"/>
          <p:cNvSpPr/>
          <p:nvPr/>
        </p:nvSpPr>
        <p:spPr>
          <a:xfrm>
            <a:off x="8102077" y="4100581"/>
            <a:ext cx="609900" cy="10428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98" name="Google Shape;98;p16"/>
          <p:cNvSpPr/>
          <p:nvPr/>
        </p:nvSpPr>
        <p:spPr>
          <a:xfrm>
            <a:off x="8677575" y="4100576"/>
            <a:ext cx="466500" cy="10428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99" name="Google Shape;99;p16"/>
          <p:cNvSpPr/>
          <p:nvPr/>
        </p:nvSpPr>
        <p:spPr>
          <a:xfrm>
            <a:off x="5206068" y="0"/>
            <a:ext cx="1241100" cy="1020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0" name="Google Shape;100;p16"/>
          <p:cNvSpPr/>
          <p:nvPr/>
        </p:nvSpPr>
        <p:spPr>
          <a:xfrm>
            <a:off x="6447262" y="0"/>
            <a:ext cx="8442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1" name="Google Shape;101;p16"/>
          <p:cNvSpPr/>
          <p:nvPr/>
        </p:nvSpPr>
        <p:spPr>
          <a:xfrm>
            <a:off x="8102075" y="0"/>
            <a:ext cx="6099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2" name="Google Shape;102;p16"/>
          <p:cNvSpPr/>
          <p:nvPr/>
        </p:nvSpPr>
        <p:spPr>
          <a:xfrm>
            <a:off x="8102075" y="2040871"/>
            <a:ext cx="6099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3" name="Google Shape;103;p16"/>
          <p:cNvSpPr/>
          <p:nvPr/>
        </p:nvSpPr>
        <p:spPr>
          <a:xfrm>
            <a:off x="7291578" y="3061484"/>
            <a:ext cx="812400" cy="10428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4" name="Google Shape;104;p16"/>
          <p:cNvSpPr/>
          <p:nvPr/>
        </p:nvSpPr>
        <p:spPr>
          <a:xfrm>
            <a:off x="5206074" y="1020431"/>
            <a:ext cx="1241100" cy="10206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5" name="Google Shape;105;p16"/>
          <p:cNvSpPr/>
          <p:nvPr/>
        </p:nvSpPr>
        <p:spPr>
          <a:xfrm>
            <a:off x="4028275" y="0"/>
            <a:ext cx="1177800" cy="10206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6" name="Google Shape;106;p16"/>
          <p:cNvSpPr/>
          <p:nvPr/>
        </p:nvSpPr>
        <p:spPr>
          <a:xfrm>
            <a:off x="4028281" y="1020428"/>
            <a:ext cx="1177800" cy="10206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7" name="Google Shape;107;p16"/>
          <p:cNvSpPr/>
          <p:nvPr/>
        </p:nvSpPr>
        <p:spPr>
          <a:xfrm>
            <a:off x="5206074" y="2040861"/>
            <a:ext cx="1241100" cy="10206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8" name="Google Shape;108;p16"/>
          <p:cNvSpPr/>
          <p:nvPr/>
        </p:nvSpPr>
        <p:spPr>
          <a:xfrm>
            <a:off x="8102075" y="1020429"/>
            <a:ext cx="6099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09" name="Google Shape;109;p16"/>
          <p:cNvSpPr/>
          <p:nvPr/>
        </p:nvSpPr>
        <p:spPr>
          <a:xfrm>
            <a:off x="7291574" y="0"/>
            <a:ext cx="8124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0" name="Google Shape;110;p16"/>
          <p:cNvSpPr/>
          <p:nvPr/>
        </p:nvSpPr>
        <p:spPr>
          <a:xfrm>
            <a:off x="8102080" y="3061475"/>
            <a:ext cx="609900" cy="1042800"/>
          </a:xfrm>
          <a:prstGeom prst="snip2DiagRect">
            <a:avLst>
              <a:gd name="adj1" fmla="val 0"/>
              <a:gd name="adj2" fmla="val 3967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1" name="Google Shape;111;p16"/>
          <p:cNvSpPr/>
          <p:nvPr/>
        </p:nvSpPr>
        <p:spPr>
          <a:xfrm>
            <a:off x="7291574" y="2040871"/>
            <a:ext cx="812400" cy="1020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2" name="Google Shape;112;p16"/>
          <p:cNvSpPr/>
          <p:nvPr/>
        </p:nvSpPr>
        <p:spPr>
          <a:xfrm>
            <a:off x="7291574" y="1020418"/>
            <a:ext cx="812400" cy="10206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3" name="Google Shape;113;p16"/>
          <p:cNvSpPr/>
          <p:nvPr/>
        </p:nvSpPr>
        <p:spPr>
          <a:xfrm>
            <a:off x="6447262" y="1020429"/>
            <a:ext cx="844200" cy="1020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4" name="Google Shape;114;p16"/>
          <p:cNvSpPr/>
          <p:nvPr/>
        </p:nvSpPr>
        <p:spPr>
          <a:xfrm>
            <a:off x="6447262" y="2040858"/>
            <a:ext cx="844200" cy="10206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5" name="Google Shape;115;p16"/>
          <p:cNvSpPr/>
          <p:nvPr/>
        </p:nvSpPr>
        <p:spPr>
          <a:xfrm>
            <a:off x="6447275" y="3061486"/>
            <a:ext cx="844200" cy="10428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6" name="Google Shape;116;p16"/>
          <p:cNvSpPr/>
          <p:nvPr/>
        </p:nvSpPr>
        <p:spPr>
          <a:xfrm>
            <a:off x="8677575" y="0"/>
            <a:ext cx="466500" cy="1020600"/>
          </a:xfrm>
          <a:prstGeom prst="snip2DiagRect">
            <a:avLst>
              <a:gd name="adj1" fmla="val 0"/>
              <a:gd name="adj2"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7" name="Google Shape;117;p16"/>
          <p:cNvSpPr/>
          <p:nvPr/>
        </p:nvSpPr>
        <p:spPr>
          <a:xfrm>
            <a:off x="8677575" y="2040869"/>
            <a:ext cx="466500" cy="1020600"/>
          </a:xfrm>
          <a:prstGeom prst="snip2DiagRect">
            <a:avLst>
              <a:gd name="adj1" fmla="val 0"/>
              <a:gd name="adj2" fmla="val 3967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8" name="Google Shape;118;p16"/>
          <p:cNvSpPr/>
          <p:nvPr/>
        </p:nvSpPr>
        <p:spPr>
          <a:xfrm>
            <a:off x="8677575" y="1020428"/>
            <a:ext cx="466500" cy="1020600"/>
          </a:xfrm>
          <a:prstGeom prst="snip2DiagRect">
            <a:avLst>
              <a:gd name="adj1" fmla="val 0"/>
              <a:gd name="adj2" fmla="val 4828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19" name="Google Shape;119;p16"/>
          <p:cNvSpPr/>
          <p:nvPr/>
        </p:nvSpPr>
        <p:spPr>
          <a:xfrm>
            <a:off x="8677577" y="3061472"/>
            <a:ext cx="466500" cy="10428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0" name="Google Shape;120;p16"/>
          <p:cNvSpPr txBox="1">
            <a:spLocks noGrp="1"/>
          </p:cNvSpPr>
          <p:nvPr>
            <p:ph type="title"/>
          </p:nvPr>
        </p:nvSpPr>
        <p:spPr>
          <a:xfrm>
            <a:off x="259050" y="3670842"/>
            <a:ext cx="5760900" cy="587700"/>
          </a:xfrm>
          <a:prstGeom prst="rect">
            <a:avLst/>
          </a:prstGeom>
        </p:spPr>
        <p:txBody>
          <a:bodyPr spcFirstLastPara="1" wrap="square" lIns="0" tIns="91425" rIns="91425" bIns="0" anchor="b" anchorCtr="0">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 section header">
  <p:cSld name="BLANK_1">
    <p:bg>
      <p:bgPr>
        <a:solidFill>
          <a:schemeClr val="accent5"/>
        </a:solidFill>
        <a:effectLst/>
      </p:bgPr>
    </p:bg>
    <p:spTree>
      <p:nvGrpSpPr>
        <p:cNvPr id="1" name="Shape 121"/>
        <p:cNvGrpSpPr/>
        <p:nvPr/>
      </p:nvGrpSpPr>
      <p:grpSpPr>
        <a:xfrm>
          <a:off x="0" y="0"/>
          <a:ext cx="0" cy="0"/>
          <a:chOff x="0" y="0"/>
          <a:chExt cx="0" cy="0"/>
        </a:xfrm>
      </p:grpSpPr>
      <p:grpSp>
        <p:nvGrpSpPr>
          <p:cNvPr id="122" name="Google Shape;122;p17"/>
          <p:cNvGrpSpPr/>
          <p:nvPr/>
        </p:nvGrpSpPr>
        <p:grpSpPr>
          <a:xfrm>
            <a:off x="4895291" y="1377627"/>
            <a:ext cx="4091726" cy="3670806"/>
            <a:chOff x="5223565" y="1672200"/>
            <a:chExt cx="3763198" cy="3376074"/>
          </a:xfrm>
        </p:grpSpPr>
        <p:sp>
          <p:nvSpPr>
            <p:cNvPr id="123" name="Google Shape;123;p17"/>
            <p:cNvSpPr/>
            <p:nvPr/>
          </p:nvSpPr>
          <p:spPr>
            <a:xfrm>
              <a:off x="8597363" y="4658874"/>
              <a:ext cx="389400" cy="389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4" name="Google Shape;124;p17"/>
            <p:cNvSpPr/>
            <p:nvPr/>
          </p:nvSpPr>
          <p:spPr>
            <a:xfrm>
              <a:off x="8221477" y="4674761"/>
              <a:ext cx="364500" cy="3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5" name="Google Shape;125;p17"/>
            <p:cNvSpPr/>
            <p:nvPr/>
          </p:nvSpPr>
          <p:spPr>
            <a:xfrm>
              <a:off x="7827856" y="4668751"/>
              <a:ext cx="364500" cy="3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6" name="Google Shape;126;p17"/>
            <p:cNvSpPr/>
            <p:nvPr/>
          </p:nvSpPr>
          <p:spPr>
            <a:xfrm>
              <a:off x="7434256" y="4656732"/>
              <a:ext cx="364500" cy="3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7" name="Google Shape;127;p17"/>
            <p:cNvSpPr/>
            <p:nvPr/>
          </p:nvSpPr>
          <p:spPr>
            <a:xfrm>
              <a:off x="7061685" y="4674751"/>
              <a:ext cx="328500" cy="32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8" name="Google Shape;128;p17"/>
            <p:cNvSpPr/>
            <p:nvPr/>
          </p:nvSpPr>
          <p:spPr>
            <a:xfrm>
              <a:off x="6674992" y="4683725"/>
              <a:ext cx="310500" cy="31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29" name="Google Shape;129;p17"/>
            <p:cNvSpPr/>
            <p:nvPr/>
          </p:nvSpPr>
          <p:spPr>
            <a:xfrm>
              <a:off x="6302724" y="4703118"/>
              <a:ext cx="266100" cy="26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0" name="Google Shape;130;p17"/>
            <p:cNvSpPr/>
            <p:nvPr/>
          </p:nvSpPr>
          <p:spPr>
            <a:xfrm>
              <a:off x="5931636" y="4719313"/>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1" name="Google Shape;131;p17"/>
            <p:cNvSpPr/>
            <p:nvPr/>
          </p:nvSpPr>
          <p:spPr>
            <a:xfrm>
              <a:off x="5574999" y="4754125"/>
              <a:ext cx="164100" cy="164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2" name="Google Shape;132;p17"/>
            <p:cNvSpPr/>
            <p:nvPr/>
          </p:nvSpPr>
          <p:spPr>
            <a:xfrm>
              <a:off x="5223565" y="4792075"/>
              <a:ext cx="88200" cy="8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3" name="Google Shape;133;p17"/>
            <p:cNvSpPr/>
            <p:nvPr/>
          </p:nvSpPr>
          <p:spPr>
            <a:xfrm>
              <a:off x="5233309" y="4405993"/>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4" name="Google Shape;134;p17"/>
            <p:cNvSpPr/>
            <p:nvPr/>
          </p:nvSpPr>
          <p:spPr>
            <a:xfrm>
              <a:off x="5255991" y="4031074"/>
              <a:ext cx="32400" cy="3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5" name="Google Shape;135;p17"/>
            <p:cNvSpPr/>
            <p:nvPr/>
          </p:nvSpPr>
          <p:spPr>
            <a:xfrm>
              <a:off x="5577744" y="4359245"/>
              <a:ext cx="164100" cy="164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6" name="Google Shape;136;p17"/>
            <p:cNvSpPr/>
            <p:nvPr/>
          </p:nvSpPr>
          <p:spPr>
            <a:xfrm>
              <a:off x="5597859" y="3989773"/>
              <a:ext cx="128400" cy="12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7" name="Google Shape;137;p17"/>
            <p:cNvSpPr/>
            <p:nvPr/>
          </p:nvSpPr>
          <p:spPr>
            <a:xfrm>
              <a:off x="5617892" y="3617917"/>
              <a:ext cx="88200" cy="8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8" name="Google Shape;138;p17"/>
            <p:cNvSpPr/>
            <p:nvPr/>
          </p:nvSpPr>
          <p:spPr>
            <a:xfrm>
              <a:off x="5640242" y="3256822"/>
              <a:ext cx="43500" cy="4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39" name="Google Shape;139;p17"/>
            <p:cNvSpPr/>
            <p:nvPr/>
          </p:nvSpPr>
          <p:spPr>
            <a:xfrm>
              <a:off x="5947917" y="4337666"/>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0" name="Google Shape;140;p17"/>
            <p:cNvSpPr/>
            <p:nvPr/>
          </p:nvSpPr>
          <p:spPr>
            <a:xfrm>
              <a:off x="5947917" y="3948966"/>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1" name="Google Shape;141;p17"/>
            <p:cNvSpPr/>
            <p:nvPr/>
          </p:nvSpPr>
          <p:spPr>
            <a:xfrm>
              <a:off x="5971017" y="3583374"/>
              <a:ext cx="164100" cy="164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2" name="Google Shape;142;p17"/>
            <p:cNvSpPr/>
            <p:nvPr/>
          </p:nvSpPr>
          <p:spPr>
            <a:xfrm>
              <a:off x="6000412" y="3213736"/>
              <a:ext cx="120600" cy="120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3" name="Google Shape;143;p17"/>
            <p:cNvSpPr/>
            <p:nvPr/>
          </p:nvSpPr>
          <p:spPr>
            <a:xfrm>
              <a:off x="6028158" y="2848212"/>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4" name="Google Shape;144;p17"/>
            <p:cNvSpPr/>
            <p:nvPr/>
          </p:nvSpPr>
          <p:spPr>
            <a:xfrm>
              <a:off x="6310165" y="4307974"/>
              <a:ext cx="266100" cy="26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5" name="Google Shape;145;p17"/>
            <p:cNvSpPr/>
            <p:nvPr/>
          </p:nvSpPr>
          <p:spPr>
            <a:xfrm>
              <a:off x="6317617" y="3928525"/>
              <a:ext cx="251100" cy="251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6" name="Google Shape;146;p17"/>
            <p:cNvSpPr/>
            <p:nvPr/>
          </p:nvSpPr>
          <p:spPr>
            <a:xfrm>
              <a:off x="6338017" y="3557025"/>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7" name="Google Shape;147;p17"/>
            <p:cNvSpPr/>
            <p:nvPr/>
          </p:nvSpPr>
          <p:spPr>
            <a:xfrm>
              <a:off x="6353659" y="3174152"/>
              <a:ext cx="190800" cy="190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8" name="Google Shape;148;p17"/>
            <p:cNvSpPr/>
            <p:nvPr/>
          </p:nvSpPr>
          <p:spPr>
            <a:xfrm>
              <a:off x="6378718" y="2811048"/>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49" name="Google Shape;149;p17"/>
            <p:cNvSpPr/>
            <p:nvPr/>
          </p:nvSpPr>
          <p:spPr>
            <a:xfrm>
              <a:off x="6742842" y="2786001"/>
              <a:ext cx="190800" cy="190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0" name="Google Shape;150;p17"/>
            <p:cNvSpPr/>
            <p:nvPr/>
          </p:nvSpPr>
          <p:spPr>
            <a:xfrm>
              <a:off x="6416508" y="2460862"/>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1" name="Google Shape;151;p17"/>
            <p:cNvSpPr/>
            <p:nvPr/>
          </p:nvSpPr>
          <p:spPr>
            <a:xfrm>
              <a:off x="6767893" y="2423048"/>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2" name="Google Shape;152;p17"/>
            <p:cNvSpPr/>
            <p:nvPr/>
          </p:nvSpPr>
          <p:spPr>
            <a:xfrm>
              <a:off x="6818658" y="2063849"/>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3" name="Google Shape;153;p17"/>
            <p:cNvSpPr/>
            <p:nvPr/>
          </p:nvSpPr>
          <p:spPr>
            <a:xfrm>
              <a:off x="6725510" y="3161725"/>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4" name="Google Shape;154;p17"/>
            <p:cNvSpPr/>
            <p:nvPr/>
          </p:nvSpPr>
          <p:spPr>
            <a:xfrm>
              <a:off x="6703814" y="3536492"/>
              <a:ext cx="266100" cy="26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5" name="Google Shape;155;p17"/>
            <p:cNvSpPr/>
            <p:nvPr/>
          </p:nvSpPr>
          <p:spPr>
            <a:xfrm>
              <a:off x="6693510" y="3918330"/>
              <a:ext cx="281700" cy="281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6" name="Google Shape;156;p17"/>
            <p:cNvSpPr/>
            <p:nvPr/>
          </p:nvSpPr>
          <p:spPr>
            <a:xfrm>
              <a:off x="6683243" y="4298575"/>
              <a:ext cx="302100" cy="302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7" name="Google Shape;157;p17"/>
            <p:cNvSpPr/>
            <p:nvPr/>
          </p:nvSpPr>
          <p:spPr>
            <a:xfrm>
              <a:off x="7061692" y="4285375"/>
              <a:ext cx="328500" cy="32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8" name="Google Shape;158;p17"/>
            <p:cNvSpPr/>
            <p:nvPr/>
          </p:nvSpPr>
          <p:spPr>
            <a:xfrm>
              <a:off x="7070692" y="3905000"/>
              <a:ext cx="310500" cy="31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59" name="Google Shape;159;p17"/>
            <p:cNvSpPr/>
            <p:nvPr/>
          </p:nvSpPr>
          <p:spPr>
            <a:xfrm>
              <a:off x="7085092" y="3528700"/>
              <a:ext cx="281700" cy="281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0" name="Google Shape;160;p17"/>
            <p:cNvSpPr/>
            <p:nvPr/>
          </p:nvSpPr>
          <p:spPr>
            <a:xfrm>
              <a:off x="7103018" y="3150325"/>
              <a:ext cx="256500" cy="256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1" name="Google Shape;161;p17"/>
            <p:cNvSpPr/>
            <p:nvPr/>
          </p:nvSpPr>
          <p:spPr>
            <a:xfrm>
              <a:off x="7124313" y="2779308"/>
              <a:ext cx="220500" cy="22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2" name="Google Shape;162;p17"/>
            <p:cNvSpPr/>
            <p:nvPr/>
          </p:nvSpPr>
          <p:spPr>
            <a:xfrm>
              <a:off x="7146044" y="2409955"/>
              <a:ext cx="174000" cy="174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3" name="Google Shape;163;p17"/>
            <p:cNvSpPr/>
            <p:nvPr/>
          </p:nvSpPr>
          <p:spPr>
            <a:xfrm>
              <a:off x="7186793" y="2052175"/>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4" name="Google Shape;164;p17"/>
            <p:cNvSpPr/>
            <p:nvPr/>
          </p:nvSpPr>
          <p:spPr>
            <a:xfrm>
              <a:off x="7976817" y="1672200"/>
              <a:ext cx="88200" cy="8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5" name="Google Shape;165;p17"/>
            <p:cNvSpPr/>
            <p:nvPr/>
          </p:nvSpPr>
          <p:spPr>
            <a:xfrm>
              <a:off x="8371192" y="1672200"/>
              <a:ext cx="88200" cy="8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6" name="Google Shape;166;p17"/>
            <p:cNvSpPr/>
            <p:nvPr/>
          </p:nvSpPr>
          <p:spPr>
            <a:xfrm>
              <a:off x="8764889" y="1672200"/>
              <a:ext cx="88200" cy="8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7" name="Google Shape;167;p17"/>
            <p:cNvSpPr/>
            <p:nvPr/>
          </p:nvSpPr>
          <p:spPr>
            <a:xfrm>
              <a:off x="7441492" y="4274600"/>
              <a:ext cx="350100" cy="35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8" name="Google Shape;168;p17"/>
            <p:cNvSpPr/>
            <p:nvPr/>
          </p:nvSpPr>
          <p:spPr>
            <a:xfrm>
              <a:off x="7452292" y="3896000"/>
              <a:ext cx="328500" cy="32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69" name="Google Shape;169;p17"/>
            <p:cNvSpPr/>
            <p:nvPr/>
          </p:nvSpPr>
          <p:spPr>
            <a:xfrm>
              <a:off x="7470292" y="3510175"/>
              <a:ext cx="310500" cy="31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0" name="Google Shape;170;p17"/>
            <p:cNvSpPr/>
            <p:nvPr/>
          </p:nvSpPr>
          <p:spPr>
            <a:xfrm>
              <a:off x="7484692" y="3137725"/>
              <a:ext cx="281700" cy="281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1" name="Google Shape;171;p17"/>
            <p:cNvSpPr/>
            <p:nvPr/>
          </p:nvSpPr>
          <p:spPr>
            <a:xfrm>
              <a:off x="7497293" y="2761300"/>
              <a:ext cx="256500" cy="256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2" name="Google Shape;172;p17"/>
            <p:cNvSpPr/>
            <p:nvPr/>
          </p:nvSpPr>
          <p:spPr>
            <a:xfrm>
              <a:off x="7515288" y="2386708"/>
              <a:ext cx="220500" cy="22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3" name="Google Shape;173;p17"/>
            <p:cNvSpPr/>
            <p:nvPr/>
          </p:nvSpPr>
          <p:spPr>
            <a:xfrm>
              <a:off x="7564468" y="2035826"/>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4" name="Google Shape;174;p17"/>
            <p:cNvSpPr/>
            <p:nvPr/>
          </p:nvSpPr>
          <p:spPr>
            <a:xfrm>
              <a:off x="7828801" y="4272511"/>
              <a:ext cx="364500" cy="3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5" name="Google Shape;175;p17"/>
            <p:cNvSpPr/>
            <p:nvPr/>
          </p:nvSpPr>
          <p:spPr>
            <a:xfrm>
              <a:off x="7835067" y="3890650"/>
              <a:ext cx="350100" cy="35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6" name="Google Shape;176;p17"/>
            <p:cNvSpPr/>
            <p:nvPr/>
          </p:nvSpPr>
          <p:spPr>
            <a:xfrm>
              <a:off x="7850970" y="3509478"/>
              <a:ext cx="328500" cy="32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7" name="Google Shape;177;p17"/>
            <p:cNvSpPr/>
            <p:nvPr/>
          </p:nvSpPr>
          <p:spPr>
            <a:xfrm>
              <a:off x="7859967" y="3123325"/>
              <a:ext cx="310500" cy="31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8" name="Google Shape;178;p17"/>
            <p:cNvSpPr/>
            <p:nvPr/>
          </p:nvSpPr>
          <p:spPr>
            <a:xfrm>
              <a:off x="7886401" y="2761299"/>
              <a:ext cx="256500" cy="256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79" name="Google Shape;179;p17"/>
            <p:cNvSpPr/>
            <p:nvPr/>
          </p:nvSpPr>
          <p:spPr>
            <a:xfrm>
              <a:off x="7904067" y="2376550"/>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0" name="Google Shape;180;p17"/>
            <p:cNvSpPr/>
            <p:nvPr/>
          </p:nvSpPr>
          <p:spPr>
            <a:xfrm>
              <a:off x="7944867" y="2030125"/>
              <a:ext cx="152100" cy="152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1" name="Google Shape;181;p17"/>
            <p:cNvSpPr/>
            <p:nvPr/>
          </p:nvSpPr>
          <p:spPr>
            <a:xfrm>
              <a:off x="8330538" y="2030125"/>
              <a:ext cx="164100" cy="164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2" name="Google Shape;182;p17"/>
            <p:cNvSpPr/>
            <p:nvPr/>
          </p:nvSpPr>
          <p:spPr>
            <a:xfrm>
              <a:off x="8717639" y="2025398"/>
              <a:ext cx="174000" cy="174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3" name="Google Shape;183;p17"/>
            <p:cNvSpPr/>
            <p:nvPr/>
          </p:nvSpPr>
          <p:spPr>
            <a:xfrm>
              <a:off x="8298197" y="2383915"/>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4" name="Google Shape;184;p17"/>
            <p:cNvSpPr/>
            <p:nvPr/>
          </p:nvSpPr>
          <p:spPr>
            <a:xfrm>
              <a:off x="8691644" y="2383915"/>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5" name="Google Shape;185;p17"/>
            <p:cNvSpPr/>
            <p:nvPr/>
          </p:nvSpPr>
          <p:spPr>
            <a:xfrm>
              <a:off x="8273879" y="2760682"/>
              <a:ext cx="266100" cy="26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6" name="Google Shape;186;p17"/>
            <p:cNvSpPr/>
            <p:nvPr/>
          </p:nvSpPr>
          <p:spPr>
            <a:xfrm>
              <a:off x="8662489" y="2760682"/>
              <a:ext cx="266100" cy="26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7" name="Google Shape;187;p17"/>
            <p:cNvSpPr/>
            <p:nvPr/>
          </p:nvSpPr>
          <p:spPr>
            <a:xfrm>
              <a:off x="8248467" y="3123325"/>
              <a:ext cx="310500" cy="31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8" name="Google Shape;188;p17"/>
            <p:cNvSpPr/>
            <p:nvPr/>
          </p:nvSpPr>
          <p:spPr>
            <a:xfrm>
              <a:off x="8649389" y="3123325"/>
              <a:ext cx="310500" cy="31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89" name="Google Shape;189;p17"/>
            <p:cNvSpPr/>
            <p:nvPr/>
          </p:nvSpPr>
          <p:spPr>
            <a:xfrm>
              <a:off x="8228667" y="3498675"/>
              <a:ext cx="350100" cy="35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0" name="Google Shape;190;p17"/>
            <p:cNvSpPr/>
            <p:nvPr/>
          </p:nvSpPr>
          <p:spPr>
            <a:xfrm>
              <a:off x="8620488" y="3498675"/>
              <a:ext cx="350100" cy="35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1" name="Google Shape;191;p17"/>
            <p:cNvSpPr/>
            <p:nvPr/>
          </p:nvSpPr>
          <p:spPr>
            <a:xfrm>
              <a:off x="8225203" y="3890650"/>
              <a:ext cx="350100" cy="35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2" name="Google Shape;192;p17"/>
            <p:cNvSpPr/>
            <p:nvPr/>
          </p:nvSpPr>
          <p:spPr>
            <a:xfrm>
              <a:off x="8616393" y="3890650"/>
              <a:ext cx="350100" cy="35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3" name="Google Shape;193;p17"/>
            <p:cNvSpPr/>
            <p:nvPr/>
          </p:nvSpPr>
          <p:spPr>
            <a:xfrm>
              <a:off x="8217728" y="4274243"/>
              <a:ext cx="364500" cy="3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4" name="Google Shape;194;p17"/>
            <p:cNvSpPr/>
            <p:nvPr/>
          </p:nvSpPr>
          <p:spPr>
            <a:xfrm>
              <a:off x="8605974" y="4274243"/>
              <a:ext cx="364500" cy="3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grpSp>
      <p:grpSp>
        <p:nvGrpSpPr>
          <p:cNvPr id="195" name="Google Shape;195;p17"/>
          <p:cNvGrpSpPr/>
          <p:nvPr/>
        </p:nvGrpSpPr>
        <p:grpSpPr>
          <a:xfrm>
            <a:off x="142078" y="79823"/>
            <a:ext cx="2140834" cy="1767927"/>
            <a:chOff x="142083" y="79814"/>
            <a:chExt cx="1831025" cy="1512212"/>
          </a:xfrm>
        </p:grpSpPr>
        <p:sp>
          <p:nvSpPr>
            <p:cNvPr id="196" name="Google Shape;196;p17"/>
            <p:cNvSpPr/>
            <p:nvPr/>
          </p:nvSpPr>
          <p:spPr>
            <a:xfrm>
              <a:off x="142083" y="79814"/>
              <a:ext cx="256500" cy="256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7" name="Google Shape;197;p17"/>
            <p:cNvSpPr/>
            <p:nvPr/>
          </p:nvSpPr>
          <p:spPr>
            <a:xfrm>
              <a:off x="487858" y="87214"/>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8" name="Google Shape;198;p17"/>
            <p:cNvSpPr/>
            <p:nvPr/>
          </p:nvSpPr>
          <p:spPr>
            <a:xfrm>
              <a:off x="839135" y="87214"/>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199" name="Google Shape;199;p17"/>
            <p:cNvSpPr/>
            <p:nvPr/>
          </p:nvSpPr>
          <p:spPr>
            <a:xfrm>
              <a:off x="1191033" y="105414"/>
              <a:ext cx="174000" cy="174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0" name="Google Shape;200;p17"/>
            <p:cNvSpPr/>
            <p:nvPr/>
          </p:nvSpPr>
          <p:spPr>
            <a:xfrm>
              <a:off x="1537808" y="115439"/>
              <a:ext cx="140700" cy="14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1" name="Google Shape;201;p17"/>
            <p:cNvSpPr/>
            <p:nvPr/>
          </p:nvSpPr>
          <p:spPr>
            <a:xfrm>
              <a:off x="1908008" y="148714"/>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2" name="Google Shape;202;p17"/>
            <p:cNvSpPr/>
            <p:nvPr/>
          </p:nvSpPr>
          <p:spPr>
            <a:xfrm>
              <a:off x="164883" y="422639"/>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3" name="Google Shape;203;p17"/>
            <p:cNvSpPr/>
            <p:nvPr/>
          </p:nvSpPr>
          <p:spPr>
            <a:xfrm>
              <a:off x="506960" y="427888"/>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4" name="Google Shape;204;p17"/>
            <p:cNvSpPr/>
            <p:nvPr/>
          </p:nvSpPr>
          <p:spPr>
            <a:xfrm>
              <a:off x="854387" y="436714"/>
              <a:ext cx="179700" cy="17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5" name="Google Shape;205;p17"/>
            <p:cNvSpPr/>
            <p:nvPr/>
          </p:nvSpPr>
          <p:spPr>
            <a:xfrm>
              <a:off x="1202034" y="450389"/>
              <a:ext cx="152100" cy="15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6" name="Google Shape;206;p17"/>
            <p:cNvSpPr/>
            <p:nvPr/>
          </p:nvSpPr>
          <p:spPr>
            <a:xfrm>
              <a:off x="1558407" y="470039"/>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7" name="Google Shape;207;p17"/>
            <p:cNvSpPr/>
            <p:nvPr/>
          </p:nvSpPr>
          <p:spPr>
            <a:xfrm>
              <a:off x="1924408" y="499814"/>
              <a:ext cx="32400" cy="3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8" name="Google Shape;208;p17"/>
            <p:cNvSpPr/>
            <p:nvPr/>
          </p:nvSpPr>
          <p:spPr>
            <a:xfrm>
              <a:off x="529964" y="775614"/>
              <a:ext cx="179700" cy="17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09" name="Google Shape;209;p17"/>
            <p:cNvSpPr/>
            <p:nvPr/>
          </p:nvSpPr>
          <p:spPr>
            <a:xfrm>
              <a:off x="185718" y="765448"/>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0" name="Google Shape;210;p17"/>
            <p:cNvSpPr/>
            <p:nvPr/>
          </p:nvSpPr>
          <p:spPr>
            <a:xfrm>
              <a:off x="873448" y="784049"/>
              <a:ext cx="152100" cy="15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1" name="Google Shape;211;p17"/>
            <p:cNvSpPr/>
            <p:nvPr/>
          </p:nvSpPr>
          <p:spPr>
            <a:xfrm>
              <a:off x="1230921" y="804501"/>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2" name="Google Shape;212;p17"/>
            <p:cNvSpPr/>
            <p:nvPr/>
          </p:nvSpPr>
          <p:spPr>
            <a:xfrm>
              <a:off x="1577346" y="824201"/>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3" name="Google Shape;213;p17"/>
            <p:cNvSpPr/>
            <p:nvPr/>
          </p:nvSpPr>
          <p:spPr>
            <a:xfrm>
              <a:off x="551148" y="1122149"/>
              <a:ext cx="152100" cy="15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4" name="Google Shape;214;p17"/>
            <p:cNvSpPr/>
            <p:nvPr/>
          </p:nvSpPr>
          <p:spPr>
            <a:xfrm>
              <a:off x="201014" y="1115389"/>
              <a:ext cx="179700" cy="17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5" name="Google Shape;215;p17"/>
            <p:cNvSpPr/>
            <p:nvPr/>
          </p:nvSpPr>
          <p:spPr>
            <a:xfrm>
              <a:off x="900639" y="1144351"/>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6" name="Google Shape;216;p17"/>
            <p:cNvSpPr/>
            <p:nvPr/>
          </p:nvSpPr>
          <p:spPr>
            <a:xfrm>
              <a:off x="1258496" y="1160976"/>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7" name="Google Shape;217;p17"/>
            <p:cNvSpPr/>
            <p:nvPr/>
          </p:nvSpPr>
          <p:spPr>
            <a:xfrm>
              <a:off x="240458" y="1484026"/>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8" name="Google Shape;218;p17"/>
            <p:cNvSpPr/>
            <p:nvPr/>
          </p:nvSpPr>
          <p:spPr>
            <a:xfrm>
              <a:off x="583108" y="1486121"/>
              <a:ext cx="88200" cy="8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19" name="Google Shape;219;p17"/>
            <p:cNvSpPr/>
            <p:nvPr/>
          </p:nvSpPr>
          <p:spPr>
            <a:xfrm>
              <a:off x="937805" y="1508513"/>
              <a:ext cx="43500" cy="4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grpSp>
      <p:sp>
        <p:nvSpPr>
          <p:cNvPr id="220" name="Google Shape;220;p17"/>
          <p:cNvSpPr txBox="1">
            <a:spLocks noGrp="1"/>
          </p:cNvSpPr>
          <p:nvPr>
            <p:ph type="title"/>
          </p:nvPr>
        </p:nvSpPr>
        <p:spPr>
          <a:xfrm>
            <a:off x="228600" y="2160392"/>
            <a:ext cx="5760900" cy="587700"/>
          </a:xfrm>
          <a:prstGeom prst="rect">
            <a:avLst/>
          </a:prstGeom>
        </p:spPr>
        <p:txBody>
          <a:bodyPr spcFirstLastPara="1" wrap="square" lIns="0" tIns="91425" rIns="91425" bIns="0" anchor="b" anchorCtr="0">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221" name="Google Shape;221;p17"/>
          <p:cNvSpPr txBox="1">
            <a:spLocks noGrp="1"/>
          </p:cNvSpPr>
          <p:nvPr>
            <p:ph type="subTitle" idx="1"/>
          </p:nvPr>
        </p:nvSpPr>
        <p:spPr>
          <a:xfrm>
            <a:off x="228600" y="2800192"/>
            <a:ext cx="4916700" cy="506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eet the team 1">
  <p:cSld name="CUSTOM">
    <p:spTree>
      <p:nvGrpSpPr>
        <p:cNvPr id="1" name="Shape 222"/>
        <p:cNvGrpSpPr/>
        <p:nvPr/>
      </p:nvGrpSpPr>
      <p:grpSpPr>
        <a:xfrm>
          <a:off x="0" y="0"/>
          <a:ext cx="0" cy="0"/>
          <a:chOff x="0" y="0"/>
          <a:chExt cx="0" cy="0"/>
        </a:xfrm>
      </p:grpSpPr>
      <p:sp>
        <p:nvSpPr>
          <p:cNvPr id="223" name="Google Shape;223;p18"/>
          <p:cNvSpPr txBox="1">
            <a:spLocks noGrp="1"/>
          </p:cNvSpPr>
          <p:nvPr>
            <p:ph type="title"/>
          </p:nvPr>
        </p:nvSpPr>
        <p:spPr>
          <a:xfrm>
            <a:off x="228600" y="420017"/>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224" name="Google Shape;224;p18"/>
          <p:cNvSpPr>
            <a:spLocks noGrp="1"/>
          </p:cNvSpPr>
          <p:nvPr>
            <p:ph type="pic" idx="2"/>
          </p:nvPr>
        </p:nvSpPr>
        <p:spPr>
          <a:xfrm>
            <a:off x="228425" y="1804150"/>
            <a:ext cx="1444500" cy="1451400"/>
          </a:xfrm>
          <a:prstGeom prst="rect">
            <a:avLst/>
          </a:prstGeom>
          <a:noFill/>
          <a:ln>
            <a:noFill/>
          </a:ln>
        </p:spPr>
      </p:sp>
      <p:sp>
        <p:nvSpPr>
          <p:cNvPr id="225" name="Google Shape;225;p18"/>
          <p:cNvSpPr>
            <a:spLocks noGrp="1"/>
          </p:cNvSpPr>
          <p:nvPr>
            <p:ph type="pic" idx="3"/>
          </p:nvPr>
        </p:nvSpPr>
        <p:spPr>
          <a:xfrm>
            <a:off x="2036775" y="1804150"/>
            <a:ext cx="1444500" cy="1451400"/>
          </a:xfrm>
          <a:prstGeom prst="rect">
            <a:avLst/>
          </a:prstGeom>
          <a:noFill/>
          <a:ln>
            <a:noFill/>
          </a:ln>
        </p:spPr>
      </p:sp>
      <p:sp>
        <p:nvSpPr>
          <p:cNvPr id="226" name="Google Shape;226;p18"/>
          <p:cNvSpPr>
            <a:spLocks noGrp="1"/>
          </p:cNvSpPr>
          <p:nvPr>
            <p:ph type="pic" idx="4"/>
          </p:nvPr>
        </p:nvSpPr>
        <p:spPr>
          <a:xfrm>
            <a:off x="3844088" y="1804150"/>
            <a:ext cx="1444500" cy="1451400"/>
          </a:xfrm>
          <a:prstGeom prst="rect">
            <a:avLst/>
          </a:prstGeom>
          <a:noFill/>
          <a:ln>
            <a:noFill/>
          </a:ln>
        </p:spPr>
      </p:sp>
      <p:sp>
        <p:nvSpPr>
          <p:cNvPr id="227" name="Google Shape;227;p18"/>
          <p:cNvSpPr>
            <a:spLocks noGrp="1"/>
          </p:cNvSpPr>
          <p:nvPr>
            <p:ph type="pic" idx="5"/>
          </p:nvPr>
        </p:nvSpPr>
        <p:spPr>
          <a:xfrm>
            <a:off x="5655513" y="1804150"/>
            <a:ext cx="1444500" cy="1451400"/>
          </a:xfrm>
          <a:prstGeom prst="rect">
            <a:avLst/>
          </a:prstGeom>
          <a:noFill/>
          <a:ln>
            <a:noFill/>
          </a:ln>
        </p:spPr>
      </p:sp>
      <p:sp>
        <p:nvSpPr>
          <p:cNvPr id="228" name="Google Shape;228;p18"/>
          <p:cNvSpPr>
            <a:spLocks noGrp="1"/>
          </p:cNvSpPr>
          <p:nvPr>
            <p:ph type="pic" idx="6"/>
          </p:nvPr>
        </p:nvSpPr>
        <p:spPr>
          <a:xfrm>
            <a:off x="7470863" y="1804150"/>
            <a:ext cx="1444500" cy="1451400"/>
          </a:xfrm>
          <a:prstGeom prst="rect">
            <a:avLst/>
          </a:prstGeom>
          <a:noFill/>
          <a:ln>
            <a:noFill/>
          </a:ln>
        </p:spPr>
      </p:sp>
      <p:sp>
        <p:nvSpPr>
          <p:cNvPr id="229" name="Google Shape;229;p18"/>
          <p:cNvSpPr txBox="1">
            <a:spLocks noGrp="1"/>
          </p:cNvSpPr>
          <p:nvPr>
            <p:ph type="subTitle" idx="1"/>
          </p:nvPr>
        </p:nvSpPr>
        <p:spPr>
          <a:xfrm>
            <a:off x="326700" y="3482650"/>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30" name="Google Shape;230;p18"/>
          <p:cNvSpPr txBox="1">
            <a:spLocks noGrp="1"/>
          </p:cNvSpPr>
          <p:nvPr>
            <p:ph type="subTitle" idx="7"/>
          </p:nvPr>
        </p:nvSpPr>
        <p:spPr>
          <a:xfrm>
            <a:off x="326700" y="3803650"/>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31" name="Google Shape;231;p18"/>
          <p:cNvSpPr txBox="1">
            <a:spLocks noGrp="1"/>
          </p:cNvSpPr>
          <p:nvPr>
            <p:ph type="subTitle" idx="8"/>
          </p:nvPr>
        </p:nvSpPr>
        <p:spPr>
          <a:xfrm>
            <a:off x="2131863" y="3482650"/>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None/>
              <a:defRPr sz="1000" b="1">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32" name="Google Shape;232;p18"/>
          <p:cNvSpPr txBox="1">
            <a:spLocks noGrp="1"/>
          </p:cNvSpPr>
          <p:nvPr>
            <p:ph type="subTitle" idx="9"/>
          </p:nvPr>
        </p:nvSpPr>
        <p:spPr>
          <a:xfrm>
            <a:off x="2131863" y="3803650"/>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33" name="Google Shape;233;p18"/>
          <p:cNvSpPr txBox="1">
            <a:spLocks noGrp="1"/>
          </p:cNvSpPr>
          <p:nvPr>
            <p:ph type="subTitle" idx="13"/>
          </p:nvPr>
        </p:nvSpPr>
        <p:spPr>
          <a:xfrm>
            <a:off x="3945850" y="3482650"/>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34" name="Google Shape;234;p18"/>
          <p:cNvSpPr txBox="1">
            <a:spLocks noGrp="1"/>
          </p:cNvSpPr>
          <p:nvPr>
            <p:ph type="subTitle" idx="14"/>
          </p:nvPr>
        </p:nvSpPr>
        <p:spPr>
          <a:xfrm>
            <a:off x="3945850" y="3803650"/>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35" name="Google Shape;235;p18"/>
          <p:cNvSpPr txBox="1">
            <a:spLocks noGrp="1"/>
          </p:cNvSpPr>
          <p:nvPr>
            <p:ph type="subTitle" idx="15"/>
          </p:nvPr>
        </p:nvSpPr>
        <p:spPr>
          <a:xfrm>
            <a:off x="5753462" y="3482650"/>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36" name="Google Shape;236;p18"/>
          <p:cNvSpPr txBox="1">
            <a:spLocks noGrp="1"/>
          </p:cNvSpPr>
          <p:nvPr>
            <p:ph type="subTitle" idx="16"/>
          </p:nvPr>
        </p:nvSpPr>
        <p:spPr>
          <a:xfrm>
            <a:off x="5753462" y="3803650"/>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37" name="Google Shape;237;p18"/>
          <p:cNvSpPr txBox="1">
            <a:spLocks noGrp="1"/>
          </p:cNvSpPr>
          <p:nvPr>
            <p:ph type="subTitle" idx="17"/>
          </p:nvPr>
        </p:nvSpPr>
        <p:spPr>
          <a:xfrm>
            <a:off x="7569712" y="3482650"/>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38" name="Google Shape;238;p18"/>
          <p:cNvSpPr txBox="1">
            <a:spLocks noGrp="1"/>
          </p:cNvSpPr>
          <p:nvPr>
            <p:ph type="subTitle" idx="18"/>
          </p:nvPr>
        </p:nvSpPr>
        <p:spPr>
          <a:xfrm>
            <a:off x="7569712" y="3803650"/>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eet the team 2">
  <p:cSld name="CUSTOM_1">
    <p:spTree>
      <p:nvGrpSpPr>
        <p:cNvPr id="1" name="Shape 239"/>
        <p:cNvGrpSpPr/>
        <p:nvPr/>
      </p:nvGrpSpPr>
      <p:grpSpPr>
        <a:xfrm>
          <a:off x="0" y="0"/>
          <a:ext cx="0" cy="0"/>
          <a:chOff x="0" y="0"/>
          <a:chExt cx="0" cy="0"/>
        </a:xfrm>
      </p:grpSpPr>
      <p:sp>
        <p:nvSpPr>
          <p:cNvPr id="240" name="Google Shape;240;p19"/>
          <p:cNvSpPr txBox="1">
            <a:spLocks noGrp="1"/>
          </p:cNvSpPr>
          <p:nvPr>
            <p:ph type="title"/>
          </p:nvPr>
        </p:nvSpPr>
        <p:spPr>
          <a:xfrm>
            <a:off x="228600" y="420017"/>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241" name="Google Shape;241;p19"/>
          <p:cNvSpPr/>
          <p:nvPr/>
        </p:nvSpPr>
        <p:spPr>
          <a:xfrm>
            <a:off x="4898537" y="6100"/>
            <a:ext cx="1059000" cy="9507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42" name="Google Shape;242;p19"/>
          <p:cNvSpPr/>
          <p:nvPr/>
        </p:nvSpPr>
        <p:spPr>
          <a:xfrm>
            <a:off x="5962868" y="6100"/>
            <a:ext cx="2115000" cy="9507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43" name="Google Shape;243;p19"/>
          <p:cNvSpPr/>
          <p:nvPr/>
        </p:nvSpPr>
        <p:spPr>
          <a:xfrm>
            <a:off x="8077928" y="6100"/>
            <a:ext cx="1059000" cy="9507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44" name="Google Shape;244;p19"/>
          <p:cNvSpPr/>
          <p:nvPr/>
        </p:nvSpPr>
        <p:spPr>
          <a:xfrm>
            <a:off x="3063300" y="6100"/>
            <a:ext cx="1835400" cy="9507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245" name="Google Shape;245;p19"/>
          <p:cNvSpPr>
            <a:spLocks noGrp="1"/>
          </p:cNvSpPr>
          <p:nvPr>
            <p:ph type="pic" idx="2"/>
          </p:nvPr>
        </p:nvSpPr>
        <p:spPr>
          <a:xfrm>
            <a:off x="228425" y="1992125"/>
            <a:ext cx="1444500" cy="1451400"/>
          </a:xfrm>
          <a:prstGeom prst="rect">
            <a:avLst/>
          </a:prstGeom>
          <a:noFill/>
          <a:ln>
            <a:noFill/>
          </a:ln>
        </p:spPr>
      </p:sp>
      <p:sp>
        <p:nvSpPr>
          <p:cNvPr id="246" name="Google Shape;246;p19"/>
          <p:cNvSpPr>
            <a:spLocks noGrp="1"/>
          </p:cNvSpPr>
          <p:nvPr>
            <p:ph type="pic" idx="3"/>
          </p:nvPr>
        </p:nvSpPr>
        <p:spPr>
          <a:xfrm>
            <a:off x="2039088" y="1992125"/>
            <a:ext cx="1444500" cy="1451400"/>
          </a:xfrm>
          <a:prstGeom prst="rect">
            <a:avLst/>
          </a:prstGeom>
          <a:noFill/>
          <a:ln>
            <a:noFill/>
          </a:ln>
        </p:spPr>
      </p:sp>
      <p:sp>
        <p:nvSpPr>
          <p:cNvPr id="247" name="Google Shape;247;p19"/>
          <p:cNvSpPr>
            <a:spLocks noGrp="1"/>
          </p:cNvSpPr>
          <p:nvPr>
            <p:ph type="pic" idx="4"/>
          </p:nvPr>
        </p:nvSpPr>
        <p:spPr>
          <a:xfrm>
            <a:off x="3849663" y="1992125"/>
            <a:ext cx="1444500" cy="1451400"/>
          </a:xfrm>
          <a:prstGeom prst="rect">
            <a:avLst/>
          </a:prstGeom>
          <a:noFill/>
          <a:ln>
            <a:noFill/>
          </a:ln>
        </p:spPr>
      </p:sp>
      <p:sp>
        <p:nvSpPr>
          <p:cNvPr id="248" name="Google Shape;248;p19"/>
          <p:cNvSpPr>
            <a:spLocks noGrp="1"/>
          </p:cNvSpPr>
          <p:nvPr>
            <p:ph type="pic" idx="5"/>
          </p:nvPr>
        </p:nvSpPr>
        <p:spPr>
          <a:xfrm>
            <a:off x="5660238" y="1992125"/>
            <a:ext cx="1444500" cy="1451400"/>
          </a:xfrm>
          <a:prstGeom prst="rect">
            <a:avLst/>
          </a:prstGeom>
          <a:noFill/>
          <a:ln>
            <a:noFill/>
          </a:ln>
        </p:spPr>
      </p:sp>
      <p:sp>
        <p:nvSpPr>
          <p:cNvPr id="249" name="Google Shape;249;p19"/>
          <p:cNvSpPr>
            <a:spLocks noGrp="1"/>
          </p:cNvSpPr>
          <p:nvPr>
            <p:ph type="pic" idx="6"/>
          </p:nvPr>
        </p:nvSpPr>
        <p:spPr>
          <a:xfrm>
            <a:off x="7470738" y="1992125"/>
            <a:ext cx="1444500" cy="1451400"/>
          </a:xfrm>
          <a:prstGeom prst="rect">
            <a:avLst/>
          </a:prstGeom>
          <a:noFill/>
          <a:ln>
            <a:noFill/>
          </a:ln>
        </p:spPr>
      </p:sp>
      <p:sp>
        <p:nvSpPr>
          <p:cNvPr id="250" name="Google Shape;250;p19"/>
          <p:cNvSpPr txBox="1">
            <a:spLocks noGrp="1"/>
          </p:cNvSpPr>
          <p:nvPr>
            <p:ph type="subTitle" idx="1"/>
          </p:nvPr>
        </p:nvSpPr>
        <p:spPr>
          <a:xfrm>
            <a:off x="326700" y="1279442"/>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51" name="Google Shape;251;p19"/>
          <p:cNvSpPr txBox="1">
            <a:spLocks noGrp="1"/>
          </p:cNvSpPr>
          <p:nvPr>
            <p:ph type="subTitle" idx="7"/>
          </p:nvPr>
        </p:nvSpPr>
        <p:spPr>
          <a:xfrm>
            <a:off x="326700" y="1600442"/>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52" name="Google Shape;252;p19"/>
          <p:cNvSpPr txBox="1">
            <a:spLocks noGrp="1"/>
          </p:cNvSpPr>
          <p:nvPr>
            <p:ph type="subTitle" idx="8"/>
          </p:nvPr>
        </p:nvSpPr>
        <p:spPr>
          <a:xfrm>
            <a:off x="2125163" y="1279442"/>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None/>
              <a:defRPr sz="1000" b="1">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53" name="Google Shape;253;p19"/>
          <p:cNvSpPr txBox="1">
            <a:spLocks noGrp="1"/>
          </p:cNvSpPr>
          <p:nvPr>
            <p:ph type="subTitle" idx="9"/>
          </p:nvPr>
        </p:nvSpPr>
        <p:spPr>
          <a:xfrm>
            <a:off x="2125163" y="1600442"/>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54" name="Google Shape;254;p19"/>
          <p:cNvSpPr txBox="1">
            <a:spLocks noGrp="1"/>
          </p:cNvSpPr>
          <p:nvPr>
            <p:ph type="subTitle" idx="13"/>
          </p:nvPr>
        </p:nvSpPr>
        <p:spPr>
          <a:xfrm>
            <a:off x="3935663" y="1279442"/>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55" name="Google Shape;255;p19"/>
          <p:cNvSpPr txBox="1">
            <a:spLocks noGrp="1"/>
          </p:cNvSpPr>
          <p:nvPr>
            <p:ph type="subTitle" idx="14"/>
          </p:nvPr>
        </p:nvSpPr>
        <p:spPr>
          <a:xfrm>
            <a:off x="3935663" y="1600442"/>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56" name="Google Shape;256;p19"/>
          <p:cNvSpPr txBox="1">
            <a:spLocks noGrp="1"/>
          </p:cNvSpPr>
          <p:nvPr>
            <p:ph type="subTitle" idx="15"/>
          </p:nvPr>
        </p:nvSpPr>
        <p:spPr>
          <a:xfrm>
            <a:off x="5746188" y="1279442"/>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57" name="Google Shape;257;p19"/>
          <p:cNvSpPr txBox="1">
            <a:spLocks noGrp="1"/>
          </p:cNvSpPr>
          <p:nvPr>
            <p:ph type="subTitle" idx="16"/>
          </p:nvPr>
        </p:nvSpPr>
        <p:spPr>
          <a:xfrm>
            <a:off x="5746188" y="1600442"/>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58" name="Google Shape;258;p19"/>
          <p:cNvSpPr txBox="1">
            <a:spLocks noGrp="1"/>
          </p:cNvSpPr>
          <p:nvPr>
            <p:ph type="subTitle" idx="17"/>
          </p:nvPr>
        </p:nvSpPr>
        <p:spPr>
          <a:xfrm>
            <a:off x="7556713" y="1279442"/>
            <a:ext cx="12054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000"/>
              <a:buFont typeface="Red Hat Display"/>
              <a:buNone/>
              <a:defRPr sz="1000" b="1">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a:endParaRPr/>
          </a:p>
        </p:txBody>
      </p:sp>
      <p:sp>
        <p:nvSpPr>
          <p:cNvPr id="259" name="Google Shape;259;p19"/>
          <p:cNvSpPr txBox="1">
            <a:spLocks noGrp="1"/>
          </p:cNvSpPr>
          <p:nvPr>
            <p:ph type="subTitle" idx="18"/>
          </p:nvPr>
        </p:nvSpPr>
        <p:spPr>
          <a:xfrm>
            <a:off x="7556713" y="1600442"/>
            <a:ext cx="1272600" cy="233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60" name="Google Shape;260;p19"/>
          <p:cNvSpPr txBox="1">
            <a:spLocks noGrp="1"/>
          </p:cNvSpPr>
          <p:nvPr>
            <p:ph type="body" idx="19"/>
          </p:nvPr>
        </p:nvSpPr>
        <p:spPr>
          <a:xfrm>
            <a:off x="228675" y="3618600"/>
            <a:ext cx="1444500" cy="1065000"/>
          </a:xfrm>
          <a:prstGeom prst="rect">
            <a:avLst/>
          </a:prstGeom>
        </p:spPr>
        <p:txBody>
          <a:bodyPr spcFirstLastPara="1" wrap="square" lIns="0" tIns="0" rIns="91425" bIns="91425" anchor="t" anchorCtr="0">
            <a:spAutoFit/>
          </a:bodyPr>
          <a:lstStyle>
            <a:lvl1pPr marL="457200" lvl="0" indent="-279400">
              <a:spcBef>
                <a:spcPts val="0"/>
              </a:spcBef>
              <a:spcAft>
                <a:spcPts val="0"/>
              </a:spcAft>
              <a:buClr>
                <a:schemeClr val="lt1"/>
              </a:buClr>
              <a:buSzPts val="800"/>
              <a:buFont typeface="Red Hat Display"/>
              <a:buChar char="●"/>
              <a:defRPr sz="800"/>
            </a:lvl1pPr>
            <a:lvl2pPr marL="914400" lvl="1" indent="-279400">
              <a:spcBef>
                <a:spcPts val="0"/>
              </a:spcBef>
              <a:spcAft>
                <a:spcPts val="0"/>
              </a:spcAft>
              <a:buClr>
                <a:schemeClr val="lt1"/>
              </a:buClr>
              <a:buSzPts val="800"/>
              <a:buFont typeface="Red Hat Display"/>
              <a:buChar char="○"/>
              <a:defRPr sz="800"/>
            </a:lvl2pPr>
            <a:lvl3pPr marL="1371600" lvl="2" indent="-279400">
              <a:spcBef>
                <a:spcPts val="0"/>
              </a:spcBef>
              <a:spcAft>
                <a:spcPts val="0"/>
              </a:spcAft>
              <a:buClr>
                <a:schemeClr val="lt1"/>
              </a:buClr>
              <a:buSzPts val="800"/>
              <a:buFont typeface="Red Hat Display"/>
              <a:buChar char="■"/>
              <a:defRPr sz="800"/>
            </a:lvl3pPr>
            <a:lvl4pPr marL="1828800" lvl="3" indent="-279400">
              <a:spcBef>
                <a:spcPts val="0"/>
              </a:spcBef>
              <a:spcAft>
                <a:spcPts val="0"/>
              </a:spcAft>
              <a:buClr>
                <a:schemeClr val="lt1"/>
              </a:buClr>
              <a:buSzPts val="800"/>
              <a:buFont typeface="Red Hat Display"/>
              <a:buChar char="●"/>
              <a:defRPr sz="800"/>
            </a:lvl4pPr>
            <a:lvl5pPr marL="2286000" lvl="4" indent="-279400">
              <a:spcBef>
                <a:spcPts val="0"/>
              </a:spcBef>
              <a:spcAft>
                <a:spcPts val="0"/>
              </a:spcAft>
              <a:buClr>
                <a:schemeClr val="lt1"/>
              </a:buClr>
              <a:buSzPts val="800"/>
              <a:buFont typeface="Red Hat Display"/>
              <a:buChar char="○"/>
              <a:defRPr sz="800"/>
            </a:lvl5pPr>
            <a:lvl6pPr marL="2743200" lvl="5" indent="-279400">
              <a:spcBef>
                <a:spcPts val="0"/>
              </a:spcBef>
              <a:spcAft>
                <a:spcPts val="0"/>
              </a:spcAft>
              <a:buClr>
                <a:schemeClr val="lt1"/>
              </a:buClr>
              <a:buSzPts val="800"/>
              <a:buFont typeface="Red Hat Display"/>
              <a:buChar char="■"/>
              <a:defRPr sz="800"/>
            </a:lvl6pPr>
            <a:lvl7pPr marL="3200400" lvl="6" indent="-279400">
              <a:spcBef>
                <a:spcPts val="0"/>
              </a:spcBef>
              <a:spcAft>
                <a:spcPts val="0"/>
              </a:spcAft>
              <a:buClr>
                <a:schemeClr val="lt1"/>
              </a:buClr>
              <a:buSzPts val="800"/>
              <a:buFont typeface="Red Hat Display"/>
              <a:buChar char="●"/>
              <a:defRPr sz="800"/>
            </a:lvl7pPr>
            <a:lvl8pPr marL="3657600" lvl="7" indent="-279400">
              <a:spcBef>
                <a:spcPts val="0"/>
              </a:spcBef>
              <a:spcAft>
                <a:spcPts val="0"/>
              </a:spcAft>
              <a:buClr>
                <a:schemeClr val="lt1"/>
              </a:buClr>
              <a:buSzPts val="800"/>
              <a:buFont typeface="Red Hat Display"/>
              <a:buChar char="○"/>
              <a:defRPr sz="800"/>
            </a:lvl8pPr>
            <a:lvl9pPr marL="4114800" lvl="8" indent="-279400">
              <a:spcBef>
                <a:spcPts val="0"/>
              </a:spcBef>
              <a:spcAft>
                <a:spcPts val="0"/>
              </a:spcAft>
              <a:buClr>
                <a:schemeClr val="lt1"/>
              </a:buClr>
              <a:buSzPts val="800"/>
              <a:buFont typeface="Red Hat Display"/>
              <a:buChar char="■"/>
              <a:defRPr sz="800"/>
            </a:lvl9pPr>
          </a:lstStyle>
          <a:p>
            <a:endParaRPr/>
          </a:p>
        </p:txBody>
      </p:sp>
      <p:sp>
        <p:nvSpPr>
          <p:cNvPr id="261" name="Google Shape;261;p19"/>
          <p:cNvSpPr txBox="1">
            <a:spLocks noGrp="1"/>
          </p:cNvSpPr>
          <p:nvPr>
            <p:ph type="body" idx="20"/>
          </p:nvPr>
        </p:nvSpPr>
        <p:spPr>
          <a:xfrm>
            <a:off x="2039100" y="3618600"/>
            <a:ext cx="1444500" cy="1065000"/>
          </a:xfrm>
          <a:prstGeom prst="rect">
            <a:avLst/>
          </a:prstGeom>
        </p:spPr>
        <p:txBody>
          <a:bodyPr spcFirstLastPara="1" wrap="square" lIns="0" tIns="0" rIns="91425" bIns="91425" anchor="t" anchorCtr="0">
            <a:spAutoFit/>
          </a:bodyPr>
          <a:lstStyle>
            <a:lvl1pPr marL="457200" lvl="0" indent="-279400">
              <a:spcBef>
                <a:spcPts val="0"/>
              </a:spcBef>
              <a:spcAft>
                <a:spcPts val="0"/>
              </a:spcAft>
              <a:buClr>
                <a:schemeClr val="lt1"/>
              </a:buClr>
              <a:buSzPts val="800"/>
              <a:buFont typeface="Red Hat Display"/>
              <a:buChar char="●"/>
              <a:defRPr sz="800"/>
            </a:lvl1pPr>
            <a:lvl2pPr marL="914400" lvl="1" indent="-279400">
              <a:spcBef>
                <a:spcPts val="0"/>
              </a:spcBef>
              <a:spcAft>
                <a:spcPts val="0"/>
              </a:spcAft>
              <a:buClr>
                <a:schemeClr val="lt1"/>
              </a:buClr>
              <a:buSzPts val="800"/>
              <a:buFont typeface="Red Hat Display"/>
              <a:buChar char="○"/>
              <a:defRPr sz="800"/>
            </a:lvl2pPr>
            <a:lvl3pPr marL="1371600" lvl="2" indent="-279400">
              <a:spcBef>
                <a:spcPts val="0"/>
              </a:spcBef>
              <a:spcAft>
                <a:spcPts val="0"/>
              </a:spcAft>
              <a:buClr>
                <a:schemeClr val="lt1"/>
              </a:buClr>
              <a:buSzPts val="800"/>
              <a:buFont typeface="Red Hat Display"/>
              <a:buChar char="■"/>
              <a:defRPr sz="800"/>
            </a:lvl3pPr>
            <a:lvl4pPr marL="1828800" lvl="3" indent="-279400">
              <a:spcBef>
                <a:spcPts val="0"/>
              </a:spcBef>
              <a:spcAft>
                <a:spcPts val="0"/>
              </a:spcAft>
              <a:buClr>
                <a:schemeClr val="lt1"/>
              </a:buClr>
              <a:buSzPts val="800"/>
              <a:buFont typeface="Red Hat Display"/>
              <a:buChar char="●"/>
              <a:defRPr sz="800"/>
            </a:lvl4pPr>
            <a:lvl5pPr marL="2286000" lvl="4" indent="-279400">
              <a:spcBef>
                <a:spcPts val="0"/>
              </a:spcBef>
              <a:spcAft>
                <a:spcPts val="0"/>
              </a:spcAft>
              <a:buClr>
                <a:schemeClr val="lt1"/>
              </a:buClr>
              <a:buSzPts val="800"/>
              <a:buFont typeface="Red Hat Display"/>
              <a:buChar char="○"/>
              <a:defRPr sz="800"/>
            </a:lvl5pPr>
            <a:lvl6pPr marL="2743200" lvl="5" indent="-279400">
              <a:spcBef>
                <a:spcPts val="0"/>
              </a:spcBef>
              <a:spcAft>
                <a:spcPts val="0"/>
              </a:spcAft>
              <a:buClr>
                <a:schemeClr val="lt1"/>
              </a:buClr>
              <a:buSzPts val="800"/>
              <a:buFont typeface="Red Hat Display"/>
              <a:buChar char="■"/>
              <a:defRPr sz="800"/>
            </a:lvl6pPr>
            <a:lvl7pPr marL="3200400" lvl="6" indent="-279400">
              <a:spcBef>
                <a:spcPts val="0"/>
              </a:spcBef>
              <a:spcAft>
                <a:spcPts val="0"/>
              </a:spcAft>
              <a:buClr>
                <a:schemeClr val="lt1"/>
              </a:buClr>
              <a:buSzPts val="800"/>
              <a:buFont typeface="Red Hat Display"/>
              <a:buChar char="●"/>
              <a:defRPr sz="800"/>
            </a:lvl7pPr>
            <a:lvl8pPr marL="3657600" lvl="7" indent="-279400">
              <a:spcBef>
                <a:spcPts val="0"/>
              </a:spcBef>
              <a:spcAft>
                <a:spcPts val="0"/>
              </a:spcAft>
              <a:buClr>
                <a:schemeClr val="lt1"/>
              </a:buClr>
              <a:buSzPts val="800"/>
              <a:buFont typeface="Red Hat Display"/>
              <a:buChar char="○"/>
              <a:defRPr sz="800"/>
            </a:lvl8pPr>
            <a:lvl9pPr marL="4114800" lvl="8" indent="-279400">
              <a:spcBef>
                <a:spcPts val="0"/>
              </a:spcBef>
              <a:spcAft>
                <a:spcPts val="0"/>
              </a:spcAft>
              <a:buClr>
                <a:schemeClr val="lt1"/>
              </a:buClr>
              <a:buSzPts val="800"/>
              <a:buFont typeface="Red Hat Display"/>
              <a:buChar char="■"/>
              <a:defRPr sz="800"/>
            </a:lvl9pPr>
          </a:lstStyle>
          <a:p>
            <a:endParaRPr/>
          </a:p>
        </p:txBody>
      </p:sp>
      <p:sp>
        <p:nvSpPr>
          <p:cNvPr id="262" name="Google Shape;262;p19"/>
          <p:cNvSpPr txBox="1">
            <a:spLocks noGrp="1"/>
          </p:cNvSpPr>
          <p:nvPr>
            <p:ph type="body" idx="21"/>
          </p:nvPr>
        </p:nvSpPr>
        <p:spPr>
          <a:xfrm>
            <a:off x="3849525" y="3618600"/>
            <a:ext cx="1444500" cy="1065000"/>
          </a:xfrm>
          <a:prstGeom prst="rect">
            <a:avLst/>
          </a:prstGeom>
        </p:spPr>
        <p:txBody>
          <a:bodyPr spcFirstLastPara="1" wrap="square" lIns="0" tIns="0" rIns="91425" bIns="91425" anchor="t" anchorCtr="0">
            <a:sp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Char char="○"/>
              <a:defRPr sz="800"/>
            </a:lvl2pPr>
            <a:lvl3pPr marL="1371600" lvl="2" indent="-279400">
              <a:lnSpc>
                <a:spcPct val="100000"/>
              </a:lnSpc>
              <a:spcBef>
                <a:spcPts val="0"/>
              </a:spcBef>
              <a:spcAft>
                <a:spcPts val="0"/>
              </a:spcAft>
              <a:buSzPts val="800"/>
              <a:buChar char="■"/>
              <a:defRPr sz="800"/>
            </a:lvl3pPr>
            <a:lvl4pPr marL="1828800" lvl="3" indent="-279400">
              <a:lnSpc>
                <a:spcPct val="100000"/>
              </a:lnSpc>
              <a:spcBef>
                <a:spcPts val="0"/>
              </a:spcBef>
              <a:spcAft>
                <a:spcPts val="0"/>
              </a:spcAft>
              <a:buSzPts val="800"/>
              <a:buChar char="●"/>
              <a:defRPr sz="800"/>
            </a:lvl4pPr>
            <a:lvl5pPr marL="2286000" lvl="4" indent="-279400">
              <a:lnSpc>
                <a:spcPct val="100000"/>
              </a:lnSpc>
              <a:spcBef>
                <a:spcPts val="0"/>
              </a:spcBef>
              <a:spcAft>
                <a:spcPts val="0"/>
              </a:spcAft>
              <a:buSzPts val="800"/>
              <a:buChar char="○"/>
              <a:defRPr sz="800"/>
            </a:lvl5pPr>
            <a:lvl6pPr marL="2743200" lvl="5" indent="-279400">
              <a:lnSpc>
                <a:spcPct val="100000"/>
              </a:lnSpc>
              <a:spcBef>
                <a:spcPts val="0"/>
              </a:spcBef>
              <a:spcAft>
                <a:spcPts val="0"/>
              </a:spcAft>
              <a:buSzPts val="800"/>
              <a:buChar char="■"/>
              <a:defRPr sz="800"/>
            </a:lvl6pPr>
            <a:lvl7pPr marL="3200400" lvl="6" indent="-279400">
              <a:lnSpc>
                <a:spcPct val="100000"/>
              </a:lnSpc>
              <a:spcBef>
                <a:spcPts val="0"/>
              </a:spcBef>
              <a:spcAft>
                <a:spcPts val="0"/>
              </a:spcAft>
              <a:buSzPts val="800"/>
              <a:buChar char="●"/>
              <a:defRPr sz="800"/>
            </a:lvl7pPr>
            <a:lvl8pPr marL="3657600" lvl="7" indent="-279400">
              <a:lnSpc>
                <a:spcPct val="100000"/>
              </a:lnSpc>
              <a:spcBef>
                <a:spcPts val="0"/>
              </a:spcBef>
              <a:spcAft>
                <a:spcPts val="0"/>
              </a:spcAft>
              <a:buSzPts val="800"/>
              <a:buChar char="○"/>
              <a:defRPr sz="800"/>
            </a:lvl8pPr>
            <a:lvl9pPr marL="4114800" lvl="8" indent="-279400">
              <a:lnSpc>
                <a:spcPct val="100000"/>
              </a:lnSpc>
              <a:spcBef>
                <a:spcPts val="0"/>
              </a:spcBef>
              <a:spcAft>
                <a:spcPts val="0"/>
              </a:spcAft>
              <a:buSzPts val="800"/>
              <a:buChar char="■"/>
              <a:defRPr sz="800"/>
            </a:lvl9pPr>
          </a:lstStyle>
          <a:p>
            <a:endParaRPr/>
          </a:p>
        </p:txBody>
      </p:sp>
      <p:sp>
        <p:nvSpPr>
          <p:cNvPr id="263" name="Google Shape;263;p19"/>
          <p:cNvSpPr txBox="1">
            <a:spLocks noGrp="1"/>
          </p:cNvSpPr>
          <p:nvPr>
            <p:ph type="body" idx="22"/>
          </p:nvPr>
        </p:nvSpPr>
        <p:spPr>
          <a:xfrm>
            <a:off x="5659950" y="3618600"/>
            <a:ext cx="1444500" cy="1065000"/>
          </a:xfrm>
          <a:prstGeom prst="rect">
            <a:avLst/>
          </a:prstGeom>
        </p:spPr>
        <p:txBody>
          <a:bodyPr spcFirstLastPara="1" wrap="square" lIns="0" tIns="0" rIns="91425" bIns="91425" anchor="t" anchorCtr="0">
            <a:spAutoFit/>
          </a:bodyPr>
          <a:lstStyle>
            <a:lvl1pPr marL="457200" lvl="0" indent="-279400">
              <a:spcBef>
                <a:spcPts val="0"/>
              </a:spcBef>
              <a:spcAft>
                <a:spcPts val="0"/>
              </a:spcAft>
              <a:buClr>
                <a:schemeClr val="lt1"/>
              </a:buClr>
              <a:buSzPts val="800"/>
              <a:buFont typeface="Red Hat Display"/>
              <a:buChar char="●"/>
              <a:defRPr sz="800"/>
            </a:lvl1pPr>
            <a:lvl2pPr marL="914400" lvl="1" indent="-279400">
              <a:spcBef>
                <a:spcPts val="0"/>
              </a:spcBef>
              <a:spcAft>
                <a:spcPts val="0"/>
              </a:spcAft>
              <a:buClr>
                <a:schemeClr val="lt1"/>
              </a:buClr>
              <a:buSzPts val="800"/>
              <a:buFont typeface="Red Hat Display"/>
              <a:buChar char="○"/>
              <a:defRPr sz="800"/>
            </a:lvl2pPr>
            <a:lvl3pPr marL="1371600" lvl="2" indent="-279400">
              <a:spcBef>
                <a:spcPts val="0"/>
              </a:spcBef>
              <a:spcAft>
                <a:spcPts val="0"/>
              </a:spcAft>
              <a:buClr>
                <a:schemeClr val="lt1"/>
              </a:buClr>
              <a:buSzPts val="800"/>
              <a:buFont typeface="Red Hat Display"/>
              <a:buChar char="■"/>
              <a:defRPr sz="800"/>
            </a:lvl3pPr>
            <a:lvl4pPr marL="1828800" lvl="3" indent="-279400">
              <a:spcBef>
                <a:spcPts val="0"/>
              </a:spcBef>
              <a:spcAft>
                <a:spcPts val="0"/>
              </a:spcAft>
              <a:buClr>
                <a:schemeClr val="lt1"/>
              </a:buClr>
              <a:buSzPts val="800"/>
              <a:buFont typeface="Red Hat Display"/>
              <a:buChar char="●"/>
              <a:defRPr sz="800"/>
            </a:lvl4pPr>
            <a:lvl5pPr marL="2286000" lvl="4" indent="-279400">
              <a:spcBef>
                <a:spcPts val="0"/>
              </a:spcBef>
              <a:spcAft>
                <a:spcPts val="0"/>
              </a:spcAft>
              <a:buClr>
                <a:schemeClr val="lt1"/>
              </a:buClr>
              <a:buSzPts val="800"/>
              <a:buFont typeface="Red Hat Display"/>
              <a:buChar char="○"/>
              <a:defRPr sz="800"/>
            </a:lvl5pPr>
            <a:lvl6pPr marL="2743200" lvl="5" indent="-279400">
              <a:spcBef>
                <a:spcPts val="0"/>
              </a:spcBef>
              <a:spcAft>
                <a:spcPts val="0"/>
              </a:spcAft>
              <a:buClr>
                <a:schemeClr val="lt1"/>
              </a:buClr>
              <a:buSzPts val="800"/>
              <a:buFont typeface="Red Hat Display"/>
              <a:buChar char="■"/>
              <a:defRPr sz="800"/>
            </a:lvl6pPr>
            <a:lvl7pPr marL="3200400" lvl="6" indent="-279400">
              <a:spcBef>
                <a:spcPts val="0"/>
              </a:spcBef>
              <a:spcAft>
                <a:spcPts val="0"/>
              </a:spcAft>
              <a:buClr>
                <a:schemeClr val="lt1"/>
              </a:buClr>
              <a:buSzPts val="800"/>
              <a:buFont typeface="Red Hat Display"/>
              <a:buChar char="●"/>
              <a:defRPr sz="800"/>
            </a:lvl7pPr>
            <a:lvl8pPr marL="3657600" lvl="7" indent="-279400">
              <a:spcBef>
                <a:spcPts val="0"/>
              </a:spcBef>
              <a:spcAft>
                <a:spcPts val="0"/>
              </a:spcAft>
              <a:buClr>
                <a:schemeClr val="lt1"/>
              </a:buClr>
              <a:buSzPts val="800"/>
              <a:buFont typeface="Red Hat Display"/>
              <a:buChar char="○"/>
              <a:defRPr sz="800"/>
            </a:lvl8pPr>
            <a:lvl9pPr marL="4114800" lvl="8" indent="-279400">
              <a:spcBef>
                <a:spcPts val="0"/>
              </a:spcBef>
              <a:spcAft>
                <a:spcPts val="0"/>
              </a:spcAft>
              <a:buClr>
                <a:schemeClr val="lt1"/>
              </a:buClr>
              <a:buSzPts val="800"/>
              <a:buFont typeface="Red Hat Display"/>
              <a:buChar char="■"/>
              <a:defRPr sz="800"/>
            </a:lvl9pPr>
          </a:lstStyle>
          <a:p>
            <a:endParaRPr/>
          </a:p>
        </p:txBody>
      </p:sp>
      <p:sp>
        <p:nvSpPr>
          <p:cNvPr id="264" name="Google Shape;264;p19"/>
          <p:cNvSpPr txBox="1">
            <a:spLocks noGrp="1"/>
          </p:cNvSpPr>
          <p:nvPr>
            <p:ph type="body" idx="23"/>
          </p:nvPr>
        </p:nvSpPr>
        <p:spPr>
          <a:xfrm>
            <a:off x="7470375" y="3618600"/>
            <a:ext cx="1444500" cy="1065000"/>
          </a:xfrm>
          <a:prstGeom prst="rect">
            <a:avLst/>
          </a:prstGeom>
        </p:spPr>
        <p:txBody>
          <a:bodyPr spcFirstLastPara="1" wrap="square" lIns="0" tIns="0" rIns="91425" bIns="91425" anchor="t" anchorCtr="0">
            <a:spAutoFit/>
          </a:bodyPr>
          <a:lstStyle>
            <a:lvl1pPr marL="457200" lvl="0" indent="-279400">
              <a:spcBef>
                <a:spcPts val="0"/>
              </a:spcBef>
              <a:spcAft>
                <a:spcPts val="0"/>
              </a:spcAft>
              <a:buClr>
                <a:schemeClr val="lt1"/>
              </a:buClr>
              <a:buSzPts val="800"/>
              <a:buFont typeface="Red Hat Display"/>
              <a:buChar char="●"/>
              <a:defRPr sz="800"/>
            </a:lvl1pPr>
            <a:lvl2pPr marL="914400" lvl="1" indent="-279400">
              <a:spcBef>
                <a:spcPts val="0"/>
              </a:spcBef>
              <a:spcAft>
                <a:spcPts val="0"/>
              </a:spcAft>
              <a:buClr>
                <a:schemeClr val="lt1"/>
              </a:buClr>
              <a:buSzPts val="800"/>
              <a:buFont typeface="Red Hat Display"/>
              <a:buChar char="○"/>
              <a:defRPr sz="800"/>
            </a:lvl2pPr>
            <a:lvl3pPr marL="1371600" lvl="2" indent="-279400">
              <a:spcBef>
                <a:spcPts val="0"/>
              </a:spcBef>
              <a:spcAft>
                <a:spcPts val="0"/>
              </a:spcAft>
              <a:buClr>
                <a:schemeClr val="lt1"/>
              </a:buClr>
              <a:buSzPts val="800"/>
              <a:buFont typeface="Red Hat Display"/>
              <a:buChar char="■"/>
              <a:defRPr sz="800"/>
            </a:lvl3pPr>
            <a:lvl4pPr marL="1828800" lvl="3" indent="-279400">
              <a:spcBef>
                <a:spcPts val="0"/>
              </a:spcBef>
              <a:spcAft>
                <a:spcPts val="0"/>
              </a:spcAft>
              <a:buClr>
                <a:schemeClr val="lt1"/>
              </a:buClr>
              <a:buSzPts val="800"/>
              <a:buFont typeface="Red Hat Display"/>
              <a:buChar char="●"/>
              <a:defRPr sz="800"/>
            </a:lvl4pPr>
            <a:lvl5pPr marL="2286000" lvl="4" indent="-279400">
              <a:spcBef>
                <a:spcPts val="0"/>
              </a:spcBef>
              <a:spcAft>
                <a:spcPts val="0"/>
              </a:spcAft>
              <a:buClr>
                <a:schemeClr val="lt1"/>
              </a:buClr>
              <a:buSzPts val="800"/>
              <a:buFont typeface="Red Hat Display"/>
              <a:buChar char="○"/>
              <a:defRPr sz="800"/>
            </a:lvl5pPr>
            <a:lvl6pPr marL="2743200" lvl="5" indent="-279400">
              <a:spcBef>
                <a:spcPts val="0"/>
              </a:spcBef>
              <a:spcAft>
                <a:spcPts val="0"/>
              </a:spcAft>
              <a:buClr>
                <a:schemeClr val="lt1"/>
              </a:buClr>
              <a:buSzPts val="800"/>
              <a:buFont typeface="Red Hat Display"/>
              <a:buChar char="■"/>
              <a:defRPr sz="800"/>
            </a:lvl6pPr>
            <a:lvl7pPr marL="3200400" lvl="6" indent="-279400">
              <a:spcBef>
                <a:spcPts val="0"/>
              </a:spcBef>
              <a:spcAft>
                <a:spcPts val="0"/>
              </a:spcAft>
              <a:buClr>
                <a:schemeClr val="lt1"/>
              </a:buClr>
              <a:buSzPts val="800"/>
              <a:buFont typeface="Red Hat Display"/>
              <a:buChar char="●"/>
              <a:defRPr sz="800"/>
            </a:lvl7pPr>
            <a:lvl8pPr marL="3657600" lvl="7" indent="-279400">
              <a:spcBef>
                <a:spcPts val="0"/>
              </a:spcBef>
              <a:spcAft>
                <a:spcPts val="0"/>
              </a:spcAft>
              <a:buClr>
                <a:schemeClr val="lt1"/>
              </a:buClr>
              <a:buSzPts val="800"/>
              <a:buFont typeface="Red Hat Display"/>
              <a:buChar char="○"/>
              <a:defRPr sz="800"/>
            </a:lvl8pPr>
            <a:lvl9pPr marL="4114800" lvl="8" indent="-279400">
              <a:spcBef>
                <a:spcPts val="0"/>
              </a:spcBef>
              <a:spcAft>
                <a:spcPts val="0"/>
              </a:spcAft>
              <a:buClr>
                <a:schemeClr val="lt1"/>
              </a:buClr>
              <a:buSzPts val="800"/>
              <a:buFont typeface="Red Hat Display"/>
              <a:buChar char="■"/>
              <a:defRPr sz="8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BLANK_1_1_1_1">
    <p:spTree>
      <p:nvGrpSpPr>
        <p:cNvPr id="1" name="Shape 265"/>
        <p:cNvGrpSpPr/>
        <p:nvPr/>
      </p:nvGrpSpPr>
      <p:grpSpPr>
        <a:xfrm>
          <a:off x="0" y="0"/>
          <a:ext cx="0" cy="0"/>
          <a:chOff x="0" y="0"/>
          <a:chExt cx="0" cy="0"/>
        </a:xfrm>
      </p:grpSpPr>
      <p:sp>
        <p:nvSpPr>
          <p:cNvPr id="266" name="Google Shape;266;p20"/>
          <p:cNvSpPr txBox="1">
            <a:spLocks noGrp="1"/>
          </p:cNvSpPr>
          <p:nvPr>
            <p:ph type="title"/>
          </p:nvPr>
        </p:nvSpPr>
        <p:spPr>
          <a:xfrm>
            <a:off x="228600" y="420017"/>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ive blocks">
  <p:cSld name="BLANK_1_1_1_1_3">
    <p:spTree>
      <p:nvGrpSpPr>
        <p:cNvPr id="1" name="Shape 267"/>
        <p:cNvGrpSpPr/>
        <p:nvPr/>
      </p:nvGrpSpPr>
      <p:grpSpPr>
        <a:xfrm>
          <a:off x="0" y="0"/>
          <a:ext cx="0" cy="0"/>
          <a:chOff x="0" y="0"/>
          <a:chExt cx="0" cy="0"/>
        </a:xfrm>
      </p:grpSpPr>
      <p:sp>
        <p:nvSpPr>
          <p:cNvPr id="268" name="Google Shape;268;p21"/>
          <p:cNvSpPr txBox="1">
            <a:spLocks noGrp="1"/>
          </p:cNvSpPr>
          <p:nvPr>
            <p:ph type="subTitle" idx="1"/>
          </p:nvPr>
        </p:nvSpPr>
        <p:spPr>
          <a:xfrm>
            <a:off x="424600" y="1730976"/>
            <a:ext cx="2484300" cy="1983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200"/>
              <a:buFont typeface="Red Hat Display"/>
              <a:buNone/>
              <a:defRPr sz="1200" b="1">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269" name="Google Shape;269;p21"/>
          <p:cNvSpPr txBox="1">
            <a:spLocks noGrp="1"/>
          </p:cNvSpPr>
          <p:nvPr>
            <p:ph type="body" idx="2"/>
          </p:nvPr>
        </p:nvSpPr>
        <p:spPr>
          <a:xfrm>
            <a:off x="424600" y="1984850"/>
            <a:ext cx="2466300" cy="959400"/>
          </a:xfrm>
          <a:prstGeom prst="rect">
            <a:avLst/>
          </a:prstGeom>
        </p:spPr>
        <p:txBody>
          <a:bodyPr spcFirstLastPara="1" wrap="square" lIns="0" tIns="0" rIns="91425" bIns="91425"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270" name="Google Shape;270;p21"/>
          <p:cNvSpPr txBox="1">
            <a:spLocks noGrp="1"/>
          </p:cNvSpPr>
          <p:nvPr>
            <p:ph type="subTitle" idx="3"/>
          </p:nvPr>
        </p:nvSpPr>
        <p:spPr>
          <a:xfrm>
            <a:off x="3329688" y="1730976"/>
            <a:ext cx="2484300" cy="1983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200"/>
              <a:buFont typeface="Red Hat Display"/>
              <a:buNone/>
              <a:defRPr sz="1200" b="1">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271" name="Google Shape;271;p21"/>
          <p:cNvSpPr txBox="1">
            <a:spLocks noGrp="1"/>
          </p:cNvSpPr>
          <p:nvPr>
            <p:ph type="body" idx="4"/>
          </p:nvPr>
        </p:nvSpPr>
        <p:spPr>
          <a:xfrm>
            <a:off x="3329688" y="1984850"/>
            <a:ext cx="2466300" cy="959400"/>
          </a:xfrm>
          <a:prstGeom prst="rect">
            <a:avLst/>
          </a:prstGeom>
        </p:spPr>
        <p:txBody>
          <a:bodyPr spcFirstLastPara="1" wrap="square" lIns="0" tIns="0" rIns="91425" bIns="91425"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272" name="Google Shape;272;p21"/>
          <p:cNvSpPr txBox="1">
            <a:spLocks noGrp="1"/>
          </p:cNvSpPr>
          <p:nvPr>
            <p:ph type="subTitle" idx="5"/>
          </p:nvPr>
        </p:nvSpPr>
        <p:spPr>
          <a:xfrm>
            <a:off x="6237091" y="1730976"/>
            <a:ext cx="2484300" cy="1983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200"/>
              <a:buFont typeface="Red Hat Display"/>
              <a:buNone/>
              <a:defRPr sz="1200" b="1">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273" name="Google Shape;273;p21"/>
          <p:cNvSpPr txBox="1">
            <a:spLocks noGrp="1"/>
          </p:cNvSpPr>
          <p:nvPr>
            <p:ph type="body" idx="6"/>
          </p:nvPr>
        </p:nvSpPr>
        <p:spPr>
          <a:xfrm>
            <a:off x="6237091" y="1984850"/>
            <a:ext cx="2466300" cy="959400"/>
          </a:xfrm>
          <a:prstGeom prst="rect">
            <a:avLst/>
          </a:prstGeom>
        </p:spPr>
        <p:txBody>
          <a:bodyPr spcFirstLastPara="1" wrap="square" lIns="0" tIns="0" rIns="91425" bIns="91425"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274" name="Google Shape;274;p21"/>
          <p:cNvSpPr txBox="1">
            <a:spLocks noGrp="1"/>
          </p:cNvSpPr>
          <p:nvPr>
            <p:ph type="title"/>
          </p:nvPr>
        </p:nvSpPr>
        <p:spPr>
          <a:xfrm>
            <a:off x="228600" y="420025"/>
            <a:ext cx="48177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275" name="Google Shape;275;p21"/>
          <p:cNvSpPr txBox="1">
            <a:spLocks noGrp="1"/>
          </p:cNvSpPr>
          <p:nvPr>
            <p:ph type="subTitle" idx="7"/>
          </p:nvPr>
        </p:nvSpPr>
        <p:spPr>
          <a:xfrm>
            <a:off x="424600" y="3474395"/>
            <a:ext cx="2484300" cy="1983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200"/>
              <a:buFont typeface="Red Hat Display"/>
              <a:buNone/>
              <a:defRPr sz="1200" b="1">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276" name="Google Shape;276;p21"/>
          <p:cNvSpPr txBox="1">
            <a:spLocks noGrp="1"/>
          </p:cNvSpPr>
          <p:nvPr>
            <p:ph type="body" idx="8"/>
          </p:nvPr>
        </p:nvSpPr>
        <p:spPr>
          <a:xfrm>
            <a:off x="424600" y="3724325"/>
            <a:ext cx="3718800" cy="414600"/>
          </a:xfrm>
          <a:prstGeom prst="rect">
            <a:avLst/>
          </a:prstGeom>
        </p:spPr>
        <p:txBody>
          <a:bodyPr spcFirstLastPara="1" wrap="square" lIns="0" tIns="0" rIns="91425" bIns="91425"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277" name="Google Shape;277;p21"/>
          <p:cNvSpPr txBox="1">
            <a:spLocks noGrp="1"/>
          </p:cNvSpPr>
          <p:nvPr>
            <p:ph type="subTitle" idx="9"/>
          </p:nvPr>
        </p:nvSpPr>
        <p:spPr>
          <a:xfrm>
            <a:off x="4815675" y="3474395"/>
            <a:ext cx="2484300" cy="1983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200"/>
              <a:buFont typeface="Red Hat Display"/>
              <a:buNone/>
              <a:defRPr sz="1200" b="1">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278" name="Google Shape;278;p21"/>
          <p:cNvSpPr txBox="1">
            <a:spLocks noGrp="1"/>
          </p:cNvSpPr>
          <p:nvPr>
            <p:ph type="body" idx="13"/>
          </p:nvPr>
        </p:nvSpPr>
        <p:spPr>
          <a:xfrm>
            <a:off x="4815675" y="3724325"/>
            <a:ext cx="3718800" cy="414600"/>
          </a:xfrm>
          <a:prstGeom prst="rect">
            <a:avLst/>
          </a:prstGeom>
        </p:spPr>
        <p:txBody>
          <a:bodyPr spcFirstLastPara="1" wrap="square" lIns="0" tIns="0" rIns="91425" bIns="91425"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eatures">
  <p:cSld name="BLANK_1_1_1_1_2">
    <p:spTree>
      <p:nvGrpSpPr>
        <p:cNvPr id="1" name="Shape 279"/>
        <p:cNvGrpSpPr/>
        <p:nvPr/>
      </p:nvGrpSpPr>
      <p:grpSpPr>
        <a:xfrm>
          <a:off x="0" y="0"/>
          <a:ext cx="0" cy="0"/>
          <a:chOff x="0" y="0"/>
          <a:chExt cx="0" cy="0"/>
        </a:xfrm>
      </p:grpSpPr>
      <p:sp>
        <p:nvSpPr>
          <p:cNvPr id="280" name="Google Shape;280;p22"/>
          <p:cNvSpPr txBox="1">
            <a:spLocks noGrp="1"/>
          </p:cNvSpPr>
          <p:nvPr>
            <p:ph type="title"/>
          </p:nvPr>
        </p:nvSpPr>
        <p:spPr>
          <a:xfrm>
            <a:off x="228600" y="420017"/>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281" name="Google Shape;281;p22"/>
          <p:cNvSpPr>
            <a:spLocks noGrp="1"/>
          </p:cNvSpPr>
          <p:nvPr>
            <p:ph type="pic" idx="2"/>
          </p:nvPr>
        </p:nvSpPr>
        <p:spPr>
          <a:xfrm>
            <a:off x="1446025" y="1291825"/>
            <a:ext cx="1232400" cy="1283100"/>
          </a:xfrm>
          <a:prstGeom prst="snip1Rect">
            <a:avLst>
              <a:gd name="adj" fmla="val 44296"/>
            </a:avLst>
          </a:prstGeom>
          <a:noFill/>
          <a:ln>
            <a:noFill/>
          </a:ln>
        </p:spPr>
      </p:sp>
      <p:sp>
        <p:nvSpPr>
          <p:cNvPr id="282" name="Google Shape;282;p22"/>
          <p:cNvSpPr>
            <a:spLocks noGrp="1"/>
          </p:cNvSpPr>
          <p:nvPr>
            <p:ph type="pic" idx="3"/>
          </p:nvPr>
        </p:nvSpPr>
        <p:spPr>
          <a:xfrm>
            <a:off x="6526650" y="1291825"/>
            <a:ext cx="1232400" cy="1283100"/>
          </a:xfrm>
          <a:prstGeom prst="snip1Rect">
            <a:avLst>
              <a:gd name="adj" fmla="val 44296"/>
            </a:avLst>
          </a:prstGeom>
          <a:noFill/>
          <a:ln>
            <a:noFill/>
          </a:ln>
        </p:spPr>
      </p:sp>
      <p:sp>
        <p:nvSpPr>
          <p:cNvPr id="283" name="Google Shape;283;p22"/>
          <p:cNvSpPr>
            <a:spLocks noGrp="1"/>
          </p:cNvSpPr>
          <p:nvPr>
            <p:ph type="pic" idx="4"/>
          </p:nvPr>
        </p:nvSpPr>
        <p:spPr>
          <a:xfrm>
            <a:off x="3982125" y="2570200"/>
            <a:ext cx="1232400" cy="1292100"/>
          </a:xfrm>
          <a:prstGeom prst="snip1Rect">
            <a:avLst>
              <a:gd name="adj" fmla="val 44296"/>
            </a:avLst>
          </a:prstGeom>
          <a:noFill/>
          <a:ln>
            <a:noFill/>
          </a:ln>
        </p:spPr>
      </p:sp>
      <p:sp>
        <p:nvSpPr>
          <p:cNvPr id="284" name="Google Shape;284;p22"/>
          <p:cNvSpPr txBox="1">
            <a:spLocks noGrp="1"/>
          </p:cNvSpPr>
          <p:nvPr>
            <p:ph type="subTitle" idx="1"/>
          </p:nvPr>
        </p:nvSpPr>
        <p:spPr>
          <a:xfrm>
            <a:off x="228477" y="2667425"/>
            <a:ext cx="1947300" cy="301500"/>
          </a:xfrm>
          <a:prstGeom prst="rect">
            <a:avLst/>
          </a:prstGeom>
        </p:spPr>
        <p:txBody>
          <a:bodyPr spcFirstLastPara="1" wrap="square" lIns="0" tIns="91425" rIns="91425" bIns="0" anchor="b" anchorCtr="0">
            <a:noAutofit/>
          </a:bodyPr>
          <a:lstStyle>
            <a:lvl1pPr lvl="0">
              <a:spcBef>
                <a:spcPts val="0"/>
              </a:spcBef>
              <a:spcAft>
                <a:spcPts val="0"/>
              </a:spcAft>
              <a:buClr>
                <a:schemeClr val="lt1"/>
              </a:buClr>
              <a:buSzPts val="1200"/>
              <a:buFont typeface="Red Hat Display"/>
              <a:buNone/>
              <a:defRPr sz="1200" b="1"/>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285" name="Google Shape;285;p22"/>
          <p:cNvSpPr txBox="1">
            <a:spLocks noGrp="1"/>
          </p:cNvSpPr>
          <p:nvPr>
            <p:ph type="subTitle" idx="5"/>
          </p:nvPr>
        </p:nvSpPr>
        <p:spPr>
          <a:xfrm>
            <a:off x="228475" y="3167625"/>
            <a:ext cx="2195100" cy="690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a:endParaRPr/>
          </a:p>
        </p:txBody>
      </p:sp>
      <p:sp>
        <p:nvSpPr>
          <p:cNvPr id="286" name="Google Shape;286;p22"/>
          <p:cNvSpPr txBox="1">
            <a:spLocks noGrp="1"/>
          </p:cNvSpPr>
          <p:nvPr>
            <p:ph type="subTitle" idx="6"/>
          </p:nvPr>
        </p:nvSpPr>
        <p:spPr>
          <a:xfrm>
            <a:off x="2833342" y="3971788"/>
            <a:ext cx="1947300" cy="301500"/>
          </a:xfrm>
          <a:prstGeom prst="rect">
            <a:avLst/>
          </a:prstGeom>
        </p:spPr>
        <p:txBody>
          <a:bodyPr spcFirstLastPara="1" wrap="square" lIns="0" tIns="91425" rIns="91425" bIns="0" anchor="b" anchorCtr="0">
            <a:noAutofit/>
          </a:bodyPr>
          <a:lstStyle>
            <a:lvl1pPr lvl="0">
              <a:spcBef>
                <a:spcPts val="0"/>
              </a:spcBef>
              <a:spcAft>
                <a:spcPts val="0"/>
              </a:spcAft>
              <a:buSzPts val="1200"/>
              <a:buNone/>
              <a:defRPr sz="1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subTitle" idx="7"/>
          </p:nvPr>
        </p:nvSpPr>
        <p:spPr>
          <a:xfrm>
            <a:off x="2833350" y="4471996"/>
            <a:ext cx="2195100" cy="440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a:endParaRPr/>
          </a:p>
        </p:txBody>
      </p:sp>
      <p:sp>
        <p:nvSpPr>
          <p:cNvPr id="288" name="Google Shape;288;p22"/>
          <p:cNvSpPr txBox="1">
            <a:spLocks noGrp="1"/>
          </p:cNvSpPr>
          <p:nvPr>
            <p:ph type="subTitle" idx="8"/>
          </p:nvPr>
        </p:nvSpPr>
        <p:spPr>
          <a:xfrm>
            <a:off x="5382242" y="2686145"/>
            <a:ext cx="1947300" cy="301500"/>
          </a:xfrm>
          <a:prstGeom prst="rect">
            <a:avLst/>
          </a:prstGeom>
        </p:spPr>
        <p:txBody>
          <a:bodyPr spcFirstLastPara="1" wrap="square" lIns="0" tIns="91425" rIns="91425" bIns="0" anchor="b" anchorCtr="0">
            <a:noAutofit/>
          </a:bodyPr>
          <a:lstStyle>
            <a:lvl1pPr lvl="0">
              <a:spcBef>
                <a:spcPts val="0"/>
              </a:spcBef>
              <a:spcAft>
                <a:spcPts val="0"/>
              </a:spcAft>
              <a:buClr>
                <a:schemeClr val="lt1"/>
              </a:buClr>
              <a:buSzPts val="1200"/>
              <a:buFont typeface="Red Hat Display"/>
              <a:buNone/>
              <a:defRPr sz="1200" b="1"/>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289" name="Google Shape;289;p22"/>
          <p:cNvSpPr txBox="1">
            <a:spLocks noGrp="1"/>
          </p:cNvSpPr>
          <p:nvPr>
            <p:ph type="subTitle" idx="9"/>
          </p:nvPr>
        </p:nvSpPr>
        <p:spPr>
          <a:xfrm>
            <a:off x="5382250" y="3186352"/>
            <a:ext cx="2195100" cy="440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a:endParaRPr/>
          </a:p>
        </p:txBody>
      </p:sp>
      <p:sp>
        <p:nvSpPr>
          <p:cNvPr id="290" name="Google Shape;290;p22"/>
          <p:cNvSpPr txBox="1">
            <a:spLocks noGrp="1"/>
          </p:cNvSpPr>
          <p:nvPr>
            <p:ph type="subTitle" idx="13"/>
          </p:nvPr>
        </p:nvSpPr>
        <p:spPr>
          <a:xfrm>
            <a:off x="2418550" y="2576525"/>
            <a:ext cx="256500" cy="275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a:endParaRPr/>
          </a:p>
        </p:txBody>
      </p:sp>
      <p:sp>
        <p:nvSpPr>
          <p:cNvPr id="291" name="Google Shape;291;p22"/>
          <p:cNvSpPr txBox="1">
            <a:spLocks noGrp="1"/>
          </p:cNvSpPr>
          <p:nvPr>
            <p:ph type="subTitle" idx="14"/>
          </p:nvPr>
        </p:nvSpPr>
        <p:spPr>
          <a:xfrm>
            <a:off x="4958025" y="3866186"/>
            <a:ext cx="256500" cy="275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a:endParaRPr/>
          </a:p>
        </p:txBody>
      </p:sp>
      <p:sp>
        <p:nvSpPr>
          <p:cNvPr id="292" name="Google Shape;292;p22"/>
          <p:cNvSpPr txBox="1">
            <a:spLocks noGrp="1"/>
          </p:cNvSpPr>
          <p:nvPr>
            <p:ph type="subTitle" idx="15"/>
          </p:nvPr>
        </p:nvSpPr>
        <p:spPr>
          <a:xfrm>
            <a:off x="7502550" y="2578054"/>
            <a:ext cx="256500" cy="275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ards">
  <p:cSld name="CUSTOM_2">
    <p:spTree>
      <p:nvGrpSpPr>
        <p:cNvPr id="1" name="Shape 293"/>
        <p:cNvGrpSpPr/>
        <p:nvPr/>
      </p:nvGrpSpPr>
      <p:grpSpPr>
        <a:xfrm>
          <a:off x="0" y="0"/>
          <a:ext cx="0" cy="0"/>
          <a:chOff x="0" y="0"/>
          <a:chExt cx="0" cy="0"/>
        </a:xfrm>
      </p:grpSpPr>
      <p:pic>
        <p:nvPicPr>
          <p:cNvPr id="294" name="Google Shape;294;p23"/>
          <p:cNvPicPr preferRelativeResize="0"/>
          <p:nvPr/>
        </p:nvPicPr>
        <p:blipFill rotWithShape="1">
          <a:blip r:embed="rId2">
            <a:alphaModFix/>
          </a:blip>
          <a:srcRect t="6703" r="17931" b="7467"/>
          <a:stretch/>
        </p:blipFill>
        <p:spPr>
          <a:xfrm>
            <a:off x="5425450" y="0"/>
            <a:ext cx="3718549" cy="4097924"/>
          </a:xfrm>
          <a:prstGeom prst="rect">
            <a:avLst/>
          </a:prstGeom>
          <a:noFill/>
          <a:ln>
            <a:noFill/>
          </a:ln>
        </p:spPr>
      </p:pic>
      <p:sp>
        <p:nvSpPr>
          <p:cNvPr id="295" name="Google Shape;295;p23"/>
          <p:cNvSpPr txBox="1">
            <a:spLocks noGrp="1"/>
          </p:cNvSpPr>
          <p:nvPr>
            <p:ph type="title"/>
          </p:nvPr>
        </p:nvSpPr>
        <p:spPr>
          <a:xfrm>
            <a:off x="228600" y="420017"/>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296" name="Google Shape;296;p23"/>
          <p:cNvSpPr txBox="1">
            <a:spLocks noGrp="1"/>
          </p:cNvSpPr>
          <p:nvPr>
            <p:ph type="subTitle" idx="1"/>
          </p:nvPr>
        </p:nvSpPr>
        <p:spPr>
          <a:xfrm>
            <a:off x="540525" y="1771575"/>
            <a:ext cx="23250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a:endParaRPr/>
          </a:p>
        </p:txBody>
      </p:sp>
      <p:sp>
        <p:nvSpPr>
          <p:cNvPr id="297" name="Google Shape;297;p23"/>
          <p:cNvSpPr txBox="1">
            <a:spLocks noGrp="1"/>
          </p:cNvSpPr>
          <p:nvPr>
            <p:ph type="subTitle" idx="2"/>
          </p:nvPr>
        </p:nvSpPr>
        <p:spPr>
          <a:xfrm>
            <a:off x="540525" y="2628017"/>
            <a:ext cx="21990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298" name="Google Shape;298;p23"/>
          <p:cNvSpPr txBox="1">
            <a:spLocks noGrp="1"/>
          </p:cNvSpPr>
          <p:nvPr>
            <p:ph type="subTitle" idx="3"/>
          </p:nvPr>
        </p:nvSpPr>
        <p:spPr>
          <a:xfrm>
            <a:off x="3466575" y="1771575"/>
            <a:ext cx="23250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a:endParaRPr/>
          </a:p>
        </p:txBody>
      </p:sp>
      <p:sp>
        <p:nvSpPr>
          <p:cNvPr id="299" name="Google Shape;299;p23"/>
          <p:cNvSpPr txBox="1">
            <a:spLocks noGrp="1"/>
          </p:cNvSpPr>
          <p:nvPr>
            <p:ph type="subTitle" idx="4"/>
          </p:nvPr>
        </p:nvSpPr>
        <p:spPr>
          <a:xfrm>
            <a:off x="3466575" y="2628017"/>
            <a:ext cx="21990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
        <p:nvSpPr>
          <p:cNvPr id="300" name="Google Shape;300;p23"/>
          <p:cNvSpPr txBox="1">
            <a:spLocks noGrp="1"/>
          </p:cNvSpPr>
          <p:nvPr>
            <p:ph type="subTitle" idx="5"/>
          </p:nvPr>
        </p:nvSpPr>
        <p:spPr>
          <a:xfrm>
            <a:off x="6392625" y="1771575"/>
            <a:ext cx="23250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a:endParaRPr/>
          </a:p>
        </p:txBody>
      </p:sp>
      <p:sp>
        <p:nvSpPr>
          <p:cNvPr id="301" name="Google Shape;301;p23"/>
          <p:cNvSpPr txBox="1">
            <a:spLocks noGrp="1"/>
          </p:cNvSpPr>
          <p:nvPr>
            <p:ph type="subTitle" idx="6"/>
          </p:nvPr>
        </p:nvSpPr>
        <p:spPr>
          <a:xfrm>
            <a:off x="6392625" y="2628017"/>
            <a:ext cx="21990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mage w/ 3 ideas">
  <p:cSld name="CUSTOM_3">
    <p:spTree>
      <p:nvGrpSpPr>
        <p:cNvPr id="1" name="Shape 302"/>
        <p:cNvGrpSpPr/>
        <p:nvPr/>
      </p:nvGrpSpPr>
      <p:grpSpPr>
        <a:xfrm>
          <a:off x="0" y="0"/>
          <a:ext cx="0" cy="0"/>
          <a:chOff x="0" y="0"/>
          <a:chExt cx="0" cy="0"/>
        </a:xfrm>
      </p:grpSpPr>
      <p:pic>
        <p:nvPicPr>
          <p:cNvPr id="303" name="Google Shape;303;p24"/>
          <p:cNvPicPr preferRelativeResize="0"/>
          <p:nvPr/>
        </p:nvPicPr>
        <p:blipFill rotWithShape="1">
          <a:blip r:embed="rId2">
            <a:alphaModFix/>
          </a:blip>
          <a:srcRect l="14900" t="15235" r="18070" b="15068"/>
          <a:stretch/>
        </p:blipFill>
        <p:spPr>
          <a:xfrm>
            <a:off x="2750850" y="1538351"/>
            <a:ext cx="1791900" cy="2175997"/>
          </a:xfrm>
          <a:prstGeom prst="rect">
            <a:avLst/>
          </a:prstGeom>
          <a:noFill/>
          <a:ln>
            <a:noFill/>
          </a:ln>
        </p:spPr>
      </p:pic>
      <p:sp>
        <p:nvSpPr>
          <p:cNvPr id="304" name="Google Shape;304;p24"/>
          <p:cNvSpPr/>
          <p:nvPr/>
        </p:nvSpPr>
        <p:spPr>
          <a:xfrm rot="10800000">
            <a:off x="2020350" y="3151875"/>
            <a:ext cx="2509500" cy="1216800"/>
          </a:xfrm>
          <a:prstGeom prst="roundRect">
            <a:avLst>
              <a:gd name="adj" fmla="val 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700" b="1">
              <a:solidFill>
                <a:schemeClr val="lt1"/>
              </a:solidFill>
              <a:latin typeface="Red Hat Display"/>
              <a:ea typeface="Red Hat Display"/>
              <a:cs typeface="Red Hat Display"/>
              <a:sym typeface="Red Hat Display"/>
            </a:endParaRPr>
          </a:p>
        </p:txBody>
      </p:sp>
      <p:sp>
        <p:nvSpPr>
          <p:cNvPr id="305" name="Google Shape;305;p24"/>
          <p:cNvSpPr txBox="1">
            <a:spLocks noGrp="1"/>
          </p:cNvSpPr>
          <p:nvPr>
            <p:ph type="title"/>
          </p:nvPr>
        </p:nvSpPr>
        <p:spPr>
          <a:xfrm>
            <a:off x="228600" y="420025"/>
            <a:ext cx="4296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306" name="Google Shape;306;p24"/>
          <p:cNvSpPr>
            <a:spLocks noGrp="1"/>
          </p:cNvSpPr>
          <p:nvPr>
            <p:ph type="pic" idx="2"/>
          </p:nvPr>
        </p:nvSpPr>
        <p:spPr>
          <a:xfrm>
            <a:off x="228425" y="2450950"/>
            <a:ext cx="1791900" cy="1917600"/>
          </a:xfrm>
          <a:prstGeom prst="rect">
            <a:avLst/>
          </a:prstGeom>
          <a:noFill/>
          <a:ln>
            <a:noFill/>
          </a:ln>
        </p:spPr>
      </p:sp>
      <p:sp>
        <p:nvSpPr>
          <p:cNvPr id="307" name="Google Shape;307;p24"/>
          <p:cNvSpPr txBox="1">
            <a:spLocks noGrp="1"/>
          </p:cNvSpPr>
          <p:nvPr>
            <p:ph type="subTitle" idx="1"/>
          </p:nvPr>
        </p:nvSpPr>
        <p:spPr>
          <a:xfrm>
            <a:off x="2150204" y="3212736"/>
            <a:ext cx="1636500" cy="301500"/>
          </a:xfrm>
          <a:prstGeom prst="rect">
            <a:avLst/>
          </a:prstGeom>
        </p:spPr>
        <p:txBody>
          <a:bodyPr spcFirstLastPara="1" wrap="square" lIns="0" tIns="91425" rIns="91425" bIns="0" anchor="b" anchorCtr="0">
            <a:noAutofit/>
          </a:bodyPr>
          <a:lstStyle>
            <a:lvl1pPr lvl="0">
              <a:spcBef>
                <a:spcPts val="0"/>
              </a:spcBef>
              <a:spcAft>
                <a:spcPts val="0"/>
              </a:spcAft>
              <a:buClr>
                <a:schemeClr val="dk2"/>
              </a:buClr>
              <a:buSzPts val="1200"/>
              <a:buNone/>
              <a:defRPr sz="1200" b="1">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308" name="Google Shape;308;p24"/>
          <p:cNvSpPr txBox="1">
            <a:spLocks noGrp="1"/>
          </p:cNvSpPr>
          <p:nvPr>
            <p:ph type="subTitle" idx="3"/>
          </p:nvPr>
        </p:nvSpPr>
        <p:spPr>
          <a:xfrm>
            <a:off x="2150200" y="3668125"/>
            <a:ext cx="22611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
        <p:nvSpPr>
          <p:cNvPr id="309" name="Google Shape;309;p24"/>
          <p:cNvSpPr txBox="1">
            <a:spLocks noGrp="1"/>
          </p:cNvSpPr>
          <p:nvPr>
            <p:ph type="subTitle" idx="4"/>
          </p:nvPr>
        </p:nvSpPr>
        <p:spPr>
          <a:xfrm>
            <a:off x="6122828" y="399200"/>
            <a:ext cx="2792700" cy="301500"/>
          </a:xfrm>
          <a:prstGeom prst="rect">
            <a:avLst/>
          </a:prstGeom>
        </p:spPr>
        <p:txBody>
          <a:bodyPr spcFirstLastPara="1" wrap="square" lIns="0" tIns="91425" rIns="91425" bIns="0" anchor="b" anchorCtr="0">
            <a:noAutofit/>
          </a:bodyPr>
          <a:lstStyle>
            <a:lvl1pPr lvl="0">
              <a:spcBef>
                <a:spcPts val="0"/>
              </a:spcBef>
              <a:spcAft>
                <a:spcPts val="0"/>
              </a:spcAft>
              <a:buClr>
                <a:schemeClr val="lt1"/>
              </a:buClr>
              <a:buSzPts val="1000"/>
              <a:buFont typeface="Red Hat Display"/>
              <a:buNone/>
              <a:defRPr sz="1000" b="1"/>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10" name="Google Shape;310;p24"/>
          <p:cNvSpPr txBox="1">
            <a:spLocks noGrp="1"/>
          </p:cNvSpPr>
          <p:nvPr>
            <p:ph type="subTitle" idx="5"/>
          </p:nvPr>
        </p:nvSpPr>
        <p:spPr>
          <a:xfrm>
            <a:off x="6122827" y="837400"/>
            <a:ext cx="27927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
        <p:nvSpPr>
          <p:cNvPr id="311" name="Google Shape;311;p24"/>
          <p:cNvSpPr txBox="1">
            <a:spLocks noGrp="1"/>
          </p:cNvSpPr>
          <p:nvPr>
            <p:ph type="subTitle" idx="6"/>
          </p:nvPr>
        </p:nvSpPr>
        <p:spPr>
          <a:xfrm>
            <a:off x="6122828" y="1964891"/>
            <a:ext cx="2792700" cy="301500"/>
          </a:xfrm>
          <a:prstGeom prst="rect">
            <a:avLst/>
          </a:prstGeom>
        </p:spPr>
        <p:txBody>
          <a:bodyPr spcFirstLastPara="1" wrap="square" lIns="0" tIns="91425" rIns="91425" bIns="0" anchor="b" anchorCtr="0">
            <a:noAutofit/>
          </a:bodyPr>
          <a:lstStyle>
            <a:lvl1pPr lvl="0">
              <a:spcBef>
                <a:spcPts val="0"/>
              </a:spcBef>
              <a:spcAft>
                <a:spcPts val="0"/>
              </a:spcAft>
              <a:buClr>
                <a:schemeClr val="lt1"/>
              </a:buClr>
              <a:buSzPts val="1000"/>
              <a:buFont typeface="Red Hat Display"/>
              <a:buNone/>
              <a:defRPr sz="1000" b="1"/>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12" name="Google Shape;312;p24"/>
          <p:cNvSpPr txBox="1">
            <a:spLocks noGrp="1"/>
          </p:cNvSpPr>
          <p:nvPr>
            <p:ph type="subTitle" idx="7"/>
          </p:nvPr>
        </p:nvSpPr>
        <p:spPr>
          <a:xfrm>
            <a:off x="6122827" y="2403091"/>
            <a:ext cx="27927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
        <p:nvSpPr>
          <p:cNvPr id="313" name="Google Shape;313;p24"/>
          <p:cNvSpPr txBox="1">
            <a:spLocks noGrp="1"/>
          </p:cNvSpPr>
          <p:nvPr>
            <p:ph type="subTitle" idx="8"/>
          </p:nvPr>
        </p:nvSpPr>
        <p:spPr>
          <a:xfrm>
            <a:off x="6122828" y="3532866"/>
            <a:ext cx="2792700" cy="301500"/>
          </a:xfrm>
          <a:prstGeom prst="rect">
            <a:avLst/>
          </a:prstGeom>
        </p:spPr>
        <p:txBody>
          <a:bodyPr spcFirstLastPara="1" wrap="square" lIns="0" tIns="91425" rIns="91425" bIns="0" anchor="b" anchorCtr="0">
            <a:noAutofit/>
          </a:bodyPr>
          <a:lstStyle>
            <a:lvl1pPr lvl="0">
              <a:spcBef>
                <a:spcPts val="0"/>
              </a:spcBef>
              <a:spcAft>
                <a:spcPts val="0"/>
              </a:spcAft>
              <a:buClr>
                <a:schemeClr val="lt1"/>
              </a:buClr>
              <a:buSzPts val="1000"/>
              <a:buFont typeface="Red Hat Display"/>
              <a:buNone/>
              <a:defRPr sz="1000" b="1"/>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14" name="Google Shape;314;p24"/>
          <p:cNvSpPr txBox="1">
            <a:spLocks noGrp="1"/>
          </p:cNvSpPr>
          <p:nvPr>
            <p:ph type="subTitle" idx="9"/>
          </p:nvPr>
        </p:nvSpPr>
        <p:spPr>
          <a:xfrm>
            <a:off x="6122827" y="3971066"/>
            <a:ext cx="27927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 ideas">
  <p:cSld name="CUSTOM_4">
    <p:spTree>
      <p:nvGrpSpPr>
        <p:cNvPr id="1" name="Shape 315"/>
        <p:cNvGrpSpPr/>
        <p:nvPr/>
      </p:nvGrpSpPr>
      <p:grpSpPr>
        <a:xfrm>
          <a:off x="0" y="0"/>
          <a:ext cx="0" cy="0"/>
          <a:chOff x="0" y="0"/>
          <a:chExt cx="0" cy="0"/>
        </a:xfrm>
      </p:grpSpPr>
      <p:sp>
        <p:nvSpPr>
          <p:cNvPr id="316" name="Google Shape;316;p25"/>
          <p:cNvSpPr txBox="1">
            <a:spLocks noGrp="1"/>
          </p:cNvSpPr>
          <p:nvPr>
            <p:ph type="subTitle" idx="1"/>
          </p:nvPr>
        </p:nvSpPr>
        <p:spPr>
          <a:xfrm>
            <a:off x="4590850" y="2481900"/>
            <a:ext cx="1222800" cy="370500"/>
          </a:xfrm>
          <a:prstGeom prst="rect">
            <a:avLst/>
          </a:prstGeom>
        </p:spPr>
        <p:txBody>
          <a:bodyPr spcFirstLastPara="1" wrap="square" lIns="0" tIns="0" rIns="91425" bIns="0" anchor="ctr" anchorCtr="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7" name="Google Shape;317;p25"/>
          <p:cNvSpPr txBox="1">
            <a:spLocks noGrp="1"/>
          </p:cNvSpPr>
          <p:nvPr>
            <p:ph type="subTitle" idx="2"/>
          </p:nvPr>
        </p:nvSpPr>
        <p:spPr>
          <a:xfrm>
            <a:off x="4590850" y="3812700"/>
            <a:ext cx="1222800" cy="370500"/>
          </a:xfrm>
          <a:prstGeom prst="rect">
            <a:avLst/>
          </a:prstGeom>
        </p:spPr>
        <p:txBody>
          <a:bodyPr spcFirstLastPara="1" wrap="square" lIns="0" tIns="0" rIns="91425" bIns="0" anchor="t" anchorCtr="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18" name="Google Shape;318;p25"/>
          <p:cNvSpPr txBox="1">
            <a:spLocks noGrp="1"/>
          </p:cNvSpPr>
          <p:nvPr>
            <p:ph type="subTitle" idx="3"/>
          </p:nvPr>
        </p:nvSpPr>
        <p:spPr>
          <a:xfrm>
            <a:off x="4590850" y="1151100"/>
            <a:ext cx="1222800" cy="370500"/>
          </a:xfrm>
          <a:prstGeom prst="rect">
            <a:avLst/>
          </a:prstGeom>
        </p:spPr>
        <p:txBody>
          <a:bodyPr spcFirstLastPara="1" wrap="square" lIns="0" tIns="0" rIns="91425" bIns="0" anchor="t" anchorCtr="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19" name="Google Shape;319;p25"/>
          <p:cNvSpPr txBox="1">
            <a:spLocks noGrp="1"/>
          </p:cNvSpPr>
          <p:nvPr>
            <p:ph type="title"/>
          </p:nvPr>
        </p:nvSpPr>
        <p:spPr>
          <a:xfrm>
            <a:off x="228600" y="420025"/>
            <a:ext cx="29262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320" name="Google Shape;320;p25"/>
          <p:cNvSpPr/>
          <p:nvPr/>
        </p:nvSpPr>
        <p:spPr>
          <a:xfrm>
            <a:off x="3849550" y="1151100"/>
            <a:ext cx="741300" cy="1330800"/>
          </a:xfrm>
          <a:prstGeom prst="snip2DiagRect">
            <a:avLst>
              <a:gd name="adj1" fmla="val 0"/>
              <a:gd name="adj2" fmla="val 39159"/>
            </a:avLst>
          </a:prstGeom>
          <a:solidFill>
            <a:schemeClr val="dk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endParaRPr sz="1000">
              <a:solidFill>
                <a:schemeClr val="lt1"/>
              </a:solidFill>
              <a:latin typeface="Red Hat Display SemiBold"/>
              <a:ea typeface="Red Hat Display SemiBold"/>
              <a:cs typeface="Red Hat Display SemiBold"/>
              <a:sym typeface="Red Hat Display SemiBold"/>
            </a:endParaRPr>
          </a:p>
        </p:txBody>
      </p:sp>
      <p:sp>
        <p:nvSpPr>
          <p:cNvPr id="321" name="Google Shape;321;p25"/>
          <p:cNvSpPr/>
          <p:nvPr/>
        </p:nvSpPr>
        <p:spPr>
          <a:xfrm>
            <a:off x="3849550" y="2481900"/>
            <a:ext cx="741300" cy="1330800"/>
          </a:xfrm>
          <a:prstGeom prst="snip2DiagRect">
            <a:avLst>
              <a:gd name="adj1" fmla="val 0"/>
              <a:gd name="adj2" fmla="val 39159"/>
            </a:avLst>
          </a:prstGeom>
          <a:solidFill>
            <a:schemeClr val="dk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endParaRPr sz="1000">
              <a:solidFill>
                <a:schemeClr val="lt1"/>
              </a:solidFill>
              <a:latin typeface="Red Hat Display SemiBold"/>
              <a:ea typeface="Red Hat Display SemiBold"/>
              <a:cs typeface="Red Hat Display SemiBold"/>
              <a:sym typeface="Red Hat Display SemiBold"/>
            </a:endParaRPr>
          </a:p>
        </p:txBody>
      </p:sp>
      <p:sp>
        <p:nvSpPr>
          <p:cNvPr id="322" name="Google Shape;322;p25"/>
          <p:cNvSpPr/>
          <p:nvPr/>
        </p:nvSpPr>
        <p:spPr>
          <a:xfrm>
            <a:off x="3849550" y="-179700"/>
            <a:ext cx="741300" cy="1330800"/>
          </a:xfrm>
          <a:prstGeom prst="snip2DiagRect">
            <a:avLst>
              <a:gd name="adj1" fmla="val 0"/>
              <a:gd name="adj2" fmla="val 39159"/>
            </a:avLst>
          </a:prstGeom>
          <a:solidFill>
            <a:schemeClr val="dk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endParaRPr sz="1000">
              <a:solidFill>
                <a:schemeClr val="lt1"/>
              </a:solidFill>
              <a:latin typeface="Red Hat Display SemiBold"/>
              <a:ea typeface="Red Hat Display SemiBold"/>
              <a:cs typeface="Red Hat Display SemiBold"/>
              <a:sym typeface="Red Hat Display SemiBold"/>
            </a:endParaRPr>
          </a:p>
        </p:txBody>
      </p:sp>
      <p:sp>
        <p:nvSpPr>
          <p:cNvPr id="323" name="Google Shape;323;p25"/>
          <p:cNvSpPr/>
          <p:nvPr/>
        </p:nvSpPr>
        <p:spPr>
          <a:xfrm>
            <a:off x="3849550" y="3812700"/>
            <a:ext cx="741300" cy="1330800"/>
          </a:xfrm>
          <a:prstGeom prst="snip2DiagRect">
            <a:avLst>
              <a:gd name="adj1" fmla="val 0"/>
              <a:gd name="adj2" fmla="val 39159"/>
            </a:avLst>
          </a:prstGeom>
          <a:solidFill>
            <a:schemeClr val="dk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endParaRPr sz="1000">
              <a:solidFill>
                <a:schemeClr val="lt1"/>
              </a:solidFill>
              <a:latin typeface="Red Hat Display SemiBold"/>
              <a:ea typeface="Red Hat Display SemiBold"/>
              <a:cs typeface="Red Hat Display SemiBold"/>
              <a:sym typeface="Red Hat Display SemiBold"/>
            </a:endParaRPr>
          </a:p>
        </p:txBody>
      </p:sp>
      <p:sp>
        <p:nvSpPr>
          <p:cNvPr id="324" name="Google Shape;324;p25"/>
          <p:cNvSpPr txBox="1">
            <a:spLocks noGrp="1"/>
          </p:cNvSpPr>
          <p:nvPr>
            <p:ph type="subTitle" idx="4"/>
          </p:nvPr>
        </p:nvSpPr>
        <p:spPr>
          <a:xfrm>
            <a:off x="6080700" y="1199945"/>
            <a:ext cx="28347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
        <p:nvSpPr>
          <p:cNvPr id="325" name="Google Shape;325;p25"/>
          <p:cNvSpPr txBox="1">
            <a:spLocks noGrp="1"/>
          </p:cNvSpPr>
          <p:nvPr>
            <p:ph type="subTitle" idx="5"/>
          </p:nvPr>
        </p:nvSpPr>
        <p:spPr>
          <a:xfrm>
            <a:off x="6080700" y="2530745"/>
            <a:ext cx="28347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
        <p:nvSpPr>
          <p:cNvPr id="326" name="Google Shape;326;p25"/>
          <p:cNvSpPr txBox="1">
            <a:spLocks noGrp="1"/>
          </p:cNvSpPr>
          <p:nvPr>
            <p:ph type="subTitle" idx="6"/>
          </p:nvPr>
        </p:nvSpPr>
        <p:spPr>
          <a:xfrm>
            <a:off x="6080700" y="3861545"/>
            <a:ext cx="2834700" cy="587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4 columns w/ text">
  <p:cSld name="CUSTOM_5">
    <p:spTree>
      <p:nvGrpSpPr>
        <p:cNvPr id="1" name="Shape 327"/>
        <p:cNvGrpSpPr/>
        <p:nvPr/>
      </p:nvGrpSpPr>
      <p:grpSpPr>
        <a:xfrm>
          <a:off x="0" y="0"/>
          <a:ext cx="0" cy="0"/>
          <a:chOff x="0" y="0"/>
          <a:chExt cx="0" cy="0"/>
        </a:xfrm>
      </p:grpSpPr>
      <p:sp>
        <p:nvSpPr>
          <p:cNvPr id="328" name="Google Shape;328;p26"/>
          <p:cNvSpPr txBox="1">
            <a:spLocks noGrp="1"/>
          </p:cNvSpPr>
          <p:nvPr>
            <p:ph type="title"/>
          </p:nvPr>
        </p:nvSpPr>
        <p:spPr>
          <a:xfrm>
            <a:off x="609600" y="724825"/>
            <a:ext cx="40158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329" name="Google Shape;329;p26"/>
          <p:cNvSpPr txBox="1">
            <a:spLocks noGrp="1"/>
          </p:cNvSpPr>
          <p:nvPr>
            <p:ph type="subTitle" idx="1"/>
          </p:nvPr>
        </p:nvSpPr>
        <p:spPr>
          <a:xfrm>
            <a:off x="229525" y="1803875"/>
            <a:ext cx="1776300" cy="2907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a:endParaRPr/>
          </a:p>
        </p:txBody>
      </p:sp>
      <p:sp>
        <p:nvSpPr>
          <p:cNvPr id="330" name="Google Shape;330;p26"/>
          <p:cNvSpPr txBox="1">
            <a:spLocks noGrp="1"/>
          </p:cNvSpPr>
          <p:nvPr>
            <p:ph type="subTitle" idx="2"/>
          </p:nvPr>
        </p:nvSpPr>
        <p:spPr>
          <a:xfrm>
            <a:off x="2427475" y="1803875"/>
            <a:ext cx="1776300" cy="2907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a:endParaRPr/>
          </a:p>
        </p:txBody>
      </p:sp>
      <p:sp>
        <p:nvSpPr>
          <p:cNvPr id="331" name="Google Shape;331;p26"/>
          <p:cNvSpPr txBox="1">
            <a:spLocks noGrp="1"/>
          </p:cNvSpPr>
          <p:nvPr>
            <p:ph type="subTitle" idx="3"/>
          </p:nvPr>
        </p:nvSpPr>
        <p:spPr>
          <a:xfrm>
            <a:off x="4622700" y="1803875"/>
            <a:ext cx="1776300" cy="290700"/>
          </a:xfrm>
          <a:prstGeom prst="rect">
            <a:avLst/>
          </a:prstGeom>
        </p:spPr>
        <p:txBody>
          <a:bodyPr spcFirstLastPara="1" wrap="square" lIns="0" tIns="0" rIns="0" bIns="0" anchor="ctr"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a:endParaRPr/>
          </a:p>
        </p:txBody>
      </p:sp>
      <p:sp>
        <p:nvSpPr>
          <p:cNvPr id="332" name="Google Shape;332;p26"/>
          <p:cNvSpPr txBox="1">
            <a:spLocks noGrp="1"/>
          </p:cNvSpPr>
          <p:nvPr>
            <p:ph type="subTitle" idx="4"/>
          </p:nvPr>
        </p:nvSpPr>
        <p:spPr>
          <a:xfrm>
            <a:off x="6813656" y="1803875"/>
            <a:ext cx="1776300" cy="2907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a:endParaRPr/>
          </a:p>
        </p:txBody>
      </p:sp>
      <p:sp>
        <p:nvSpPr>
          <p:cNvPr id="333" name="Google Shape;333;p26"/>
          <p:cNvSpPr txBox="1">
            <a:spLocks noGrp="1"/>
          </p:cNvSpPr>
          <p:nvPr>
            <p:ph type="body" idx="5"/>
          </p:nvPr>
        </p:nvSpPr>
        <p:spPr>
          <a:xfrm>
            <a:off x="561325" y="2353450"/>
            <a:ext cx="1566600" cy="1821300"/>
          </a:xfrm>
          <a:prstGeom prst="rect">
            <a:avLst/>
          </a:prstGeom>
        </p:spPr>
        <p:txBody>
          <a:bodyPr spcFirstLastPara="1" wrap="square" lIns="0" tIns="0" rIns="0" bIns="0" anchor="t" anchorCtr="0">
            <a:spAutoFit/>
          </a:bodyPr>
          <a:lstStyle>
            <a:lvl1pPr marL="457200" lvl="0" indent="-279400">
              <a:lnSpc>
                <a:spcPct val="115000"/>
              </a:lnSpc>
              <a:spcBef>
                <a:spcPts val="0"/>
              </a:spcBef>
              <a:spcAft>
                <a:spcPts val="0"/>
              </a:spcAft>
              <a:buClr>
                <a:schemeClr val="lt1"/>
              </a:buClr>
              <a:buSzPts val="800"/>
              <a:buFont typeface="Red Hat Display"/>
              <a:buChar char="●"/>
              <a:defRPr sz="800"/>
            </a:lvl1pPr>
            <a:lvl2pPr marL="914400" lvl="1" indent="-279400">
              <a:lnSpc>
                <a:spcPct val="115000"/>
              </a:lnSpc>
              <a:spcBef>
                <a:spcPts val="0"/>
              </a:spcBef>
              <a:spcAft>
                <a:spcPts val="0"/>
              </a:spcAft>
              <a:buClr>
                <a:schemeClr val="lt1"/>
              </a:buClr>
              <a:buSzPts val="800"/>
              <a:buFont typeface="Red Hat Display"/>
              <a:buChar char="○"/>
              <a:defRPr sz="800"/>
            </a:lvl2pPr>
            <a:lvl3pPr marL="1371600" lvl="2" indent="-279400">
              <a:lnSpc>
                <a:spcPct val="115000"/>
              </a:lnSpc>
              <a:spcBef>
                <a:spcPts val="0"/>
              </a:spcBef>
              <a:spcAft>
                <a:spcPts val="0"/>
              </a:spcAft>
              <a:buClr>
                <a:schemeClr val="lt1"/>
              </a:buClr>
              <a:buSzPts val="800"/>
              <a:buFont typeface="Red Hat Display"/>
              <a:buChar char="■"/>
              <a:defRPr sz="800"/>
            </a:lvl3pPr>
            <a:lvl4pPr marL="1828800" lvl="3" indent="-279400">
              <a:lnSpc>
                <a:spcPct val="115000"/>
              </a:lnSpc>
              <a:spcBef>
                <a:spcPts val="0"/>
              </a:spcBef>
              <a:spcAft>
                <a:spcPts val="0"/>
              </a:spcAft>
              <a:buClr>
                <a:schemeClr val="lt1"/>
              </a:buClr>
              <a:buSzPts val="800"/>
              <a:buFont typeface="Red Hat Display"/>
              <a:buChar char="●"/>
              <a:defRPr sz="800"/>
            </a:lvl4pPr>
            <a:lvl5pPr marL="2286000" lvl="4" indent="-279400">
              <a:lnSpc>
                <a:spcPct val="115000"/>
              </a:lnSpc>
              <a:spcBef>
                <a:spcPts val="0"/>
              </a:spcBef>
              <a:spcAft>
                <a:spcPts val="0"/>
              </a:spcAft>
              <a:buClr>
                <a:schemeClr val="lt1"/>
              </a:buClr>
              <a:buSzPts val="800"/>
              <a:buFont typeface="Red Hat Display"/>
              <a:buChar char="○"/>
              <a:defRPr sz="800"/>
            </a:lvl5pPr>
            <a:lvl6pPr marL="2743200" lvl="5" indent="-279400">
              <a:lnSpc>
                <a:spcPct val="115000"/>
              </a:lnSpc>
              <a:spcBef>
                <a:spcPts val="0"/>
              </a:spcBef>
              <a:spcAft>
                <a:spcPts val="0"/>
              </a:spcAft>
              <a:buClr>
                <a:schemeClr val="lt1"/>
              </a:buClr>
              <a:buSzPts val="800"/>
              <a:buFont typeface="Red Hat Display"/>
              <a:buChar char="■"/>
              <a:defRPr sz="800"/>
            </a:lvl6pPr>
            <a:lvl7pPr marL="3200400" lvl="6" indent="-279400">
              <a:lnSpc>
                <a:spcPct val="115000"/>
              </a:lnSpc>
              <a:spcBef>
                <a:spcPts val="0"/>
              </a:spcBef>
              <a:spcAft>
                <a:spcPts val="0"/>
              </a:spcAft>
              <a:buClr>
                <a:schemeClr val="lt1"/>
              </a:buClr>
              <a:buSzPts val="800"/>
              <a:buFont typeface="Red Hat Display"/>
              <a:buChar char="●"/>
              <a:defRPr sz="800"/>
            </a:lvl7pPr>
            <a:lvl8pPr marL="3657600" lvl="7" indent="-279400">
              <a:lnSpc>
                <a:spcPct val="115000"/>
              </a:lnSpc>
              <a:spcBef>
                <a:spcPts val="0"/>
              </a:spcBef>
              <a:spcAft>
                <a:spcPts val="0"/>
              </a:spcAft>
              <a:buClr>
                <a:schemeClr val="lt1"/>
              </a:buClr>
              <a:buSzPts val="800"/>
              <a:buFont typeface="Red Hat Display"/>
              <a:buChar char="○"/>
              <a:defRPr sz="800"/>
            </a:lvl8pPr>
            <a:lvl9pPr marL="4114800" lvl="8" indent="-279400">
              <a:lnSpc>
                <a:spcPct val="115000"/>
              </a:lnSpc>
              <a:spcBef>
                <a:spcPts val="0"/>
              </a:spcBef>
              <a:spcAft>
                <a:spcPts val="0"/>
              </a:spcAft>
              <a:buClr>
                <a:schemeClr val="lt1"/>
              </a:buClr>
              <a:buSzPts val="800"/>
              <a:buFont typeface="Red Hat Display"/>
              <a:buChar char="■"/>
              <a:defRPr sz="800"/>
            </a:lvl9pPr>
          </a:lstStyle>
          <a:p>
            <a:endParaRPr/>
          </a:p>
        </p:txBody>
      </p:sp>
      <p:sp>
        <p:nvSpPr>
          <p:cNvPr id="334" name="Google Shape;334;p26"/>
          <p:cNvSpPr txBox="1">
            <a:spLocks noGrp="1"/>
          </p:cNvSpPr>
          <p:nvPr>
            <p:ph type="body" idx="6"/>
          </p:nvPr>
        </p:nvSpPr>
        <p:spPr>
          <a:xfrm>
            <a:off x="2757388" y="2353450"/>
            <a:ext cx="1566600" cy="1821300"/>
          </a:xfrm>
          <a:prstGeom prst="rect">
            <a:avLst/>
          </a:prstGeom>
        </p:spPr>
        <p:txBody>
          <a:bodyPr spcFirstLastPara="1" wrap="square" lIns="0" tIns="0" rIns="0" bIns="0" anchor="t" anchorCtr="0">
            <a:spAutoFit/>
          </a:bodyPr>
          <a:lstStyle>
            <a:lvl1pPr marL="457200" lvl="0" indent="-279400">
              <a:lnSpc>
                <a:spcPct val="115000"/>
              </a:lnSpc>
              <a:spcBef>
                <a:spcPts val="0"/>
              </a:spcBef>
              <a:spcAft>
                <a:spcPts val="0"/>
              </a:spcAft>
              <a:buClr>
                <a:schemeClr val="lt1"/>
              </a:buClr>
              <a:buSzPts val="800"/>
              <a:buFont typeface="Red Hat Display"/>
              <a:buChar char="●"/>
              <a:defRPr sz="800"/>
            </a:lvl1pPr>
            <a:lvl2pPr marL="914400" lvl="1" indent="-279400">
              <a:lnSpc>
                <a:spcPct val="115000"/>
              </a:lnSpc>
              <a:spcBef>
                <a:spcPts val="0"/>
              </a:spcBef>
              <a:spcAft>
                <a:spcPts val="0"/>
              </a:spcAft>
              <a:buClr>
                <a:schemeClr val="lt1"/>
              </a:buClr>
              <a:buSzPts val="800"/>
              <a:buFont typeface="Red Hat Display"/>
              <a:buChar char="○"/>
              <a:defRPr sz="800"/>
            </a:lvl2pPr>
            <a:lvl3pPr marL="1371600" lvl="2" indent="-279400">
              <a:lnSpc>
                <a:spcPct val="115000"/>
              </a:lnSpc>
              <a:spcBef>
                <a:spcPts val="0"/>
              </a:spcBef>
              <a:spcAft>
                <a:spcPts val="0"/>
              </a:spcAft>
              <a:buClr>
                <a:schemeClr val="lt1"/>
              </a:buClr>
              <a:buSzPts val="800"/>
              <a:buFont typeface="Red Hat Display"/>
              <a:buChar char="■"/>
              <a:defRPr sz="800"/>
            </a:lvl3pPr>
            <a:lvl4pPr marL="1828800" lvl="3" indent="-279400">
              <a:lnSpc>
                <a:spcPct val="115000"/>
              </a:lnSpc>
              <a:spcBef>
                <a:spcPts val="0"/>
              </a:spcBef>
              <a:spcAft>
                <a:spcPts val="0"/>
              </a:spcAft>
              <a:buClr>
                <a:schemeClr val="lt1"/>
              </a:buClr>
              <a:buSzPts val="800"/>
              <a:buFont typeface="Red Hat Display"/>
              <a:buChar char="●"/>
              <a:defRPr sz="800"/>
            </a:lvl4pPr>
            <a:lvl5pPr marL="2286000" lvl="4" indent="-279400">
              <a:lnSpc>
                <a:spcPct val="115000"/>
              </a:lnSpc>
              <a:spcBef>
                <a:spcPts val="0"/>
              </a:spcBef>
              <a:spcAft>
                <a:spcPts val="0"/>
              </a:spcAft>
              <a:buClr>
                <a:schemeClr val="lt1"/>
              </a:buClr>
              <a:buSzPts val="800"/>
              <a:buFont typeface="Red Hat Display"/>
              <a:buChar char="○"/>
              <a:defRPr sz="800"/>
            </a:lvl5pPr>
            <a:lvl6pPr marL="2743200" lvl="5" indent="-279400">
              <a:lnSpc>
                <a:spcPct val="115000"/>
              </a:lnSpc>
              <a:spcBef>
                <a:spcPts val="0"/>
              </a:spcBef>
              <a:spcAft>
                <a:spcPts val="0"/>
              </a:spcAft>
              <a:buClr>
                <a:schemeClr val="lt1"/>
              </a:buClr>
              <a:buSzPts val="800"/>
              <a:buFont typeface="Red Hat Display"/>
              <a:buChar char="■"/>
              <a:defRPr sz="800"/>
            </a:lvl6pPr>
            <a:lvl7pPr marL="3200400" lvl="6" indent="-279400">
              <a:lnSpc>
                <a:spcPct val="115000"/>
              </a:lnSpc>
              <a:spcBef>
                <a:spcPts val="0"/>
              </a:spcBef>
              <a:spcAft>
                <a:spcPts val="0"/>
              </a:spcAft>
              <a:buClr>
                <a:schemeClr val="lt1"/>
              </a:buClr>
              <a:buSzPts val="800"/>
              <a:buFont typeface="Red Hat Display"/>
              <a:buChar char="●"/>
              <a:defRPr sz="800"/>
            </a:lvl7pPr>
            <a:lvl8pPr marL="3657600" lvl="7" indent="-279400">
              <a:lnSpc>
                <a:spcPct val="115000"/>
              </a:lnSpc>
              <a:spcBef>
                <a:spcPts val="0"/>
              </a:spcBef>
              <a:spcAft>
                <a:spcPts val="0"/>
              </a:spcAft>
              <a:buClr>
                <a:schemeClr val="lt1"/>
              </a:buClr>
              <a:buSzPts val="800"/>
              <a:buFont typeface="Red Hat Display"/>
              <a:buChar char="○"/>
              <a:defRPr sz="800"/>
            </a:lvl8pPr>
            <a:lvl9pPr marL="4114800" lvl="8" indent="-279400">
              <a:lnSpc>
                <a:spcPct val="115000"/>
              </a:lnSpc>
              <a:spcBef>
                <a:spcPts val="0"/>
              </a:spcBef>
              <a:spcAft>
                <a:spcPts val="0"/>
              </a:spcAft>
              <a:buClr>
                <a:schemeClr val="lt1"/>
              </a:buClr>
              <a:buSzPts val="800"/>
              <a:buFont typeface="Red Hat Display"/>
              <a:buChar char="■"/>
              <a:defRPr sz="800"/>
            </a:lvl9pPr>
          </a:lstStyle>
          <a:p>
            <a:endParaRPr/>
          </a:p>
        </p:txBody>
      </p:sp>
      <p:sp>
        <p:nvSpPr>
          <p:cNvPr id="335" name="Google Shape;335;p26"/>
          <p:cNvSpPr txBox="1">
            <a:spLocks noGrp="1"/>
          </p:cNvSpPr>
          <p:nvPr>
            <p:ph type="body" idx="7"/>
          </p:nvPr>
        </p:nvSpPr>
        <p:spPr>
          <a:xfrm>
            <a:off x="4958413" y="2353450"/>
            <a:ext cx="1566600" cy="1821300"/>
          </a:xfrm>
          <a:prstGeom prst="rect">
            <a:avLst/>
          </a:prstGeom>
        </p:spPr>
        <p:txBody>
          <a:bodyPr spcFirstLastPara="1" wrap="square" lIns="0" tIns="0" rIns="0" bIns="0" anchor="t" anchorCtr="0">
            <a:spAutoFit/>
          </a:bodyPr>
          <a:lstStyle>
            <a:lvl1pPr marL="457200" lvl="0" indent="-279400">
              <a:spcBef>
                <a:spcPts val="0"/>
              </a:spcBef>
              <a:spcAft>
                <a:spcPts val="0"/>
              </a:spcAft>
              <a:buSzPts val="800"/>
              <a:buFont typeface="Red Hat Display"/>
              <a:buChar char="●"/>
              <a:defRPr sz="800"/>
            </a:lvl1pPr>
            <a:lvl2pPr marL="914400" lvl="1" indent="-279400">
              <a:spcBef>
                <a:spcPts val="0"/>
              </a:spcBef>
              <a:spcAft>
                <a:spcPts val="0"/>
              </a:spcAft>
              <a:buSzPts val="800"/>
              <a:buFont typeface="Red Hat Display"/>
              <a:buChar char="○"/>
              <a:defRPr sz="800"/>
            </a:lvl2pPr>
            <a:lvl3pPr marL="1371600" lvl="2" indent="-279400">
              <a:spcBef>
                <a:spcPts val="0"/>
              </a:spcBef>
              <a:spcAft>
                <a:spcPts val="0"/>
              </a:spcAft>
              <a:buSzPts val="800"/>
              <a:buFont typeface="Red Hat Display"/>
              <a:buChar char="■"/>
              <a:defRPr sz="800"/>
            </a:lvl3pPr>
            <a:lvl4pPr marL="1828800" lvl="3" indent="-279400">
              <a:spcBef>
                <a:spcPts val="0"/>
              </a:spcBef>
              <a:spcAft>
                <a:spcPts val="0"/>
              </a:spcAft>
              <a:buSzPts val="800"/>
              <a:buFont typeface="Red Hat Display"/>
              <a:buChar char="●"/>
              <a:defRPr sz="800"/>
            </a:lvl4pPr>
            <a:lvl5pPr marL="2286000" lvl="4" indent="-279400">
              <a:spcBef>
                <a:spcPts val="0"/>
              </a:spcBef>
              <a:spcAft>
                <a:spcPts val="0"/>
              </a:spcAft>
              <a:buSzPts val="800"/>
              <a:buFont typeface="Red Hat Display"/>
              <a:buChar char="○"/>
              <a:defRPr sz="800"/>
            </a:lvl5pPr>
            <a:lvl6pPr marL="2743200" lvl="5" indent="-279400">
              <a:spcBef>
                <a:spcPts val="0"/>
              </a:spcBef>
              <a:spcAft>
                <a:spcPts val="0"/>
              </a:spcAft>
              <a:buSzPts val="800"/>
              <a:buFont typeface="Red Hat Display"/>
              <a:buChar char="■"/>
              <a:defRPr sz="800"/>
            </a:lvl6pPr>
            <a:lvl7pPr marL="3200400" lvl="6" indent="-279400">
              <a:spcBef>
                <a:spcPts val="0"/>
              </a:spcBef>
              <a:spcAft>
                <a:spcPts val="0"/>
              </a:spcAft>
              <a:buSzPts val="800"/>
              <a:buFont typeface="Red Hat Display"/>
              <a:buChar char="●"/>
              <a:defRPr sz="800"/>
            </a:lvl7pPr>
            <a:lvl8pPr marL="3657600" lvl="7" indent="-279400">
              <a:spcBef>
                <a:spcPts val="0"/>
              </a:spcBef>
              <a:spcAft>
                <a:spcPts val="0"/>
              </a:spcAft>
              <a:buSzPts val="800"/>
              <a:buFont typeface="Red Hat Display"/>
              <a:buChar char="○"/>
              <a:defRPr sz="800"/>
            </a:lvl8pPr>
            <a:lvl9pPr marL="4114800" lvl="8" indent="-279400">
              <a:spcBef>
                <a:spcPts val="0"/>
              </a:spcBef>
              <a:spcAft>
                <a:spcPts val="0"/>
              </a:spcAft>
              <a:buSzPts val="800"/>
              <a:buFont typeface="Red Hat Display"/>
              <a:buChar char="■"/>
              <a:defRPr sz="800"/>
            </a:lvl9pPr>
          </a:lstStyle>
          <a:p>
            <a:endParaRPr/>
          </a:p>
        </p:txBody>
      </p:sp>
      <p:sp>
        <p:nvSpPr>
          <p:cNvPr id="336" name="Google Shape;336;p26"/>
          <p:cNvSpPr txBox="1">
            <a:spLocks noGrp="1"/>
          </p:cNvSpPr>
          <p:nvPr>
            <p:ph type="body" idx="8"/>
          </p:nvPr>
        </p:nvSpPr>
        <p:spPr>
          <a:xfrm>
            <a:off x="7146863" y="2353450"/>
            <a:ext cx="1566600" cy="1821300"/>
          </a:xfrm>
          <a:prstGeom prst="rect">
            <a:avLst/>
          </a:prstGeom>
        </p:spPr>
        <p:txBody>
          <a:bodyPr spcFirstLastPara="1" wrap="square" lIns="0" tIns="0" rIns="0" bIns="0" anchor="t" anchorCtr="0">
            <a:spAutoFit/>
          </a:bodyPr>
          <a:lstStyle>
            <a:lvl1pPr marL="457200" lvl="0" indent="-279400">
              <a:lnSpc>
                <a:spcPct val="115000"/>
              </a:lnSpc>
              <a:spcBef>
                <a:spcPts val="0"/>
              </a:spcBef>
              <a:spcAft>
                <a:spcPts val="0"/>
              </a:spcAft>
              <a:buClr>
                <a:schemeClr val="lt1"/>
              </a:buClr>
              <a:buSzPts val="800"/>
              <a:buFont typeface="Red Hat Display"/>
              <a:buChar char="●"/>
              <a:defRPr sz="800"/>
            </a:lvl1pPr>
            <a:lvl2pPr marL="914400" lvl="1" indent="-279400">
              <a:lnSpc>
                <a:spcPct val="115000"/>
              </a:lnSpc>
              <a:spcBef>
                <a:spcPts val="0"/>
              </a:spcBef>
              <a:spcAft>
                <a:spcPts val="0"/>
              </a:spcAft>
              <a:buClr>
                <a:schemeClr val="lt1"/>
              </a:buClr>
              <a:buSzPts val="800"/>
              <a:buFont typeface="Red Hat Display"/>
              <a:buChar char="○"/>
              <a:defRPr sz="800"/>
            </a:lvl2pPr>
            <a:lvl3pPr marL="1371600" lvl="2" indent="-279400">
              <a:lnSpc>
                <a:spcPct val="115000"/>
              </a:lnSpc>
              <a:spcBef>
                <a:spcPts val="0"/>
              </a:spcBef>
              <a:spcAft>
                <a:spcPts val="0"/>
              </a:spcAft>
              <a:buClr>
                <a:schemeClr val="lt1"/>
              </a:buClr>
              <a:buSzPts val="800"/>
              <a:buFont typeface="Red Hat Display"/>
              <a:buChar char="■"/>
              <a:defRPr sz="800"/>
            </a:lvl3pPr>
            <a:lvl4pPr marL="1828800" lvl="3" indent="-279400">
              <a:lnSpc>
                <a:spcPct val="115000"/>
              </a:lnSpc>
              <a:spcBef>
                <a:spcPts val="0"/>
              </a:spcBef>
              <a:spcAft>
                <a:spcPts val="0"/>
              </a:spcAft>
              <a:buClr>
                <a:schemeClr val="lt1"/>
              </a:buClr>
              <a:buSzPts val="800"/>
              <a:buFont typeface="Red Hat Display"/>
              <a:buChar char="●"/>
              <a:defRPr sz="800"/>
            </a:lvl4pPr>
            <a:lvl5pPr marL="2286000" lvl="4" indent="-279400">
              <a:lnSpc>
                <a:spcPct val="115000"/>
              </a:lnSpc>
              <a:spcBef>
                <a:spcPts val="0"/>
              </a:spcBef>
              <a:spcAft>
                <a:spcPts val="0"/>
              </a:spcAft>
              <a:buClr>
                <a:schemeClr val="lt1"/>
              </a:buClr>
              <a:buSzPts val="800"/>
              <a:buFont typeface="Red Hat Display"/>
              <a:buChar char="○"/>
              <a:defRPr sz="800"/>
            </a:lvl5pPr>
            <a:lvl6pPr marL="2743200" lvl="5" indent="-279400">
              <a:lnSpc>
                <a:spcPct val="115000"/>
              </a:lnSpc>
              <a:spcBef>
                <a:spcPts val="0"/>
              </a:spcBef>
              <a:spcAft>
                <a:spcPts val="0"/>
              </a:spcAft>
              <a:buClr>
                <a:schemeClr val="lt1"/>
              </a:buClr>
              <a:buSzPts val="800"/>
              <a:buFont typeface="Red Hat Display"/>
              <a:buChar char="■"/>
              <a:defRPr sz="800"/>
            </a:lvl6pPr>
            <a:lvl7pPr marL="3200400" lvl="6" indent="-279400">
              <a:lnSpc>
                <a:spcPct val="115000"/>
              </a:lnSpc>
              <a:spcBef>
                <a:spcPts val="0"/>
              </a:spcBef>
              <a:spcAft>
                <a:spcPts val="0"/>
              </a:spcAft>
              <a:buClr>
                <a:schemeClr val="lt1"/>
              </a:buClr>
              <a:buSzPts val="800"/>
              <a:buFont typeface="Red Hat Display"/>
              <a:buChar char="●"/>
              <a:defRPr sz="800"/>
            </a:lvl7pPr>
            <a:lvl8pPr marL="3657600" lvl="7" indent="-279400">
              <a:lnSpc>
                <a:spcPct val="115000"/>
              </a:lnSpc>
              <a:spcBef>
                <a:spcPts val="0"/>
              </a:spcBef>
              <a:spcAft>
                <a:spcPts val="0"/>
              </a:spcAft>
              <a:buClr>
                <a:schemeClr val="lt1"/>
              </a:buClr>
              <a:buSzPts val="800"/>
              <a:buFont typeface="Red Hat Display"/>
              <a:buChar char="○"/>
              <a:defRPr sz="800"/>
            </a:lvl8pPr>
            <a:lvl9pPr marL="4114800" lvl="8" indent="-279400">
              <a:lnSpc>
                <a:spcPct val="115000"/>
              </a:lnSpc>
              <a:spcBef>
                <a:spcPts val="0"/>
              </a:spcBef>
              <a:spcAft>
                <a:spcPts val="0"/>
              </a:spcAft>
              <a:buClr>
                <a:schemeClr val="lt1"/>
              </a:buClr>
              <a:buSzPts val="800"/>
              <a:buFont typeface="Red Hat Display"/>
              <a:buChar char="■"/>
              <a:defRPr sz="800"/>
            </a:lvl9pPr>
          </a:lstStyle>
          <a:p>
            <a:endParaRPr/>
          </a:p>
        </p:txBody>
      </p:sp>
      <p:sp>
        <p:nvSpPr>
          <p:cNvPr id="337" name="Google Shape;337;p26"/>
          <p:cNvSpPr txBox="1">
            <a:spLocks noGrp="1"/>
          </p:cNvSpPr>
          <p:nvPr>
            <p:ph type="subTitle" idx="9"/>
          </p:nvPr>
        </p:nvSpPr>
        <p:spPr>
          <a:xfrm>
            <a:off x="609600" y="457200"/>
            <a:ext cx="4015800" cy="264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a:endParaRPr/>
          </a:p>
        </p:txBody>
      </p:sp>
      <p:sp>
        <p:nvSpPr>
          <p:cNvPr id="338" name="Google Shape;338;p26"/>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able">
  <p:cSld name="CUSTOM_5_2_3">
    <p:spTree>
      <p:nvGrpSpPr>
        <p:cNvPr id="1" name="Shape 339"/>
        <p:cNvGrpSpPr/>
        <p:nvPr/>
      </p:nvGrpSpPr>
      <p:grpSpPr>
        <a:xfrm>
          <a:off x="0" y="0"/>
          <a:ext cx="0" cy="0"/>
          <a:chOff x="0" y="0"/>
          <a:chExt cx="0" cy="0"/>
        </a:xfrm>
      </p:grpSpPr>
      <p:sp>
        <p:nvSpPr>
          <p:cNvPr id="340" name="Google Shape;340;p27"/>
          <p:cNvSpPr txBox="1">
            <a:spLocks noGrp="1"/>
          </p:cNvSpPr>
          <p:nvPr>
            <p:ph type="title"/>
          </p:nvPr>
        </p:nvSpPr>
        <p:spPr>
          <a:xfrm>
            <a:off x="609600" y="724825"/>
            <a:ext cx="40158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341" name="Google Shape;341;p27"/>
          <p:cNvSpPr txBox="1">
            <a:spLocks noGrp="1"/>
          </p:cNvSpPr>
          <p:nvPr>
            <p:ph type="subTitle" idx="1"/>
          </p:nvPr>
        </p:nvSpPr>
        <p:spPr>
          <a:xfrm>
            <a:off x="609600" y="457200"/>
            <a:ext cx="4015800" cy="264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a:endParaRPr/>
          </a:p>
        </p:txBody>
      </p:sp>
      <p:sp>
        <p:nvSpPr>
          <p:cNvPr id="342" name="Google Shape;342;p27"/>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43" name="Google Shape;343;p27"/>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latin typeface="Red Hat Display"/>
              <a:ea typeface="Red Hat Display"/>
              <a:cs typeface="Red Hat Display"/>
              <a:sym typeface="Red Hat Display"/>
            </a:endParaRPr>
          </a:p>
        </p:txBody>
      </p:sp>
      <p:sp>
        <p:nvSpPr>
          <p:cNvPr id="344" name="Google Shape;344;p27"/>
          <p:cNvSpPr txBox="1">
            <a:spLocks noGrp="1"/>
          </p:cNvSpPr>
          <p:nvPr>
            <p:ph type="subTitle" idx="2"/>
          </p:nvPr>
        </p:nvSpPr>
        <p:spPr>
          <a:xfrm>
            <a:off x="1977175" y="1698625"/>
            <a:ext cx="1369500" cy="2907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45" name="Google Shape;345;p27"/>
          <p:cNvSpPr txBox="1">
            <a:spLocks noGrp="1"/>
          </p:cNvSpPr>
          <p:nvPr>
            <p:ph type="subTitle" idx="3"/>
          </p:nvPr>
        </p:nvSpPr>
        <p:spPr>
          <a:xfrm>
            <a:off x="3623185" y="1698625"/>
            <a:ext cx="1369500" cy="2907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46" name="Google Shape;346;p27"/>
          <p:cNvSpPr txBox="1">
            <a:spLocks noGrp="1"/>
          </p:cNvSpPr>
          <p:nvPr>
            <p:ph type="subTitle" idx="4"/>
          </p:nvPr>
        </p:nvSpPr>
        <p:spPr>
          <a:xfrm>
            <a:off x="5465499" y="1698625"/>
            <a:ext cx="1369500" cy="290700"/>
          </a:xfrm>
          <a:prstGeom prst="rect">
            <a:avLst/>
          </a:prstGeom>
        </p:spPr>
        <p:txBody>
          <a:bodyPr spcFirstLastPara="1" wrap="square" lIns="0" tIns="0" rIns="0" bIns="0" anchor="ctr" anchorCtr="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a:endParaRPr/>
          </a:p>
        </p:txBody>
      </p:sp>
      <p:sp>
        <p:nvSpPr>
          <p:cNvPr id="347" name="Google Shape;347;p27"/>
          <p:cNvSpPr txBox="1">
            <a:spLocks noGrp="1"/>
          </p:cNvSpPr>
          <p:nvPr>
            <p:ph type="subTitle" idx="5"/>
          </p:nvPr>
        </p:nvSpPr>
        <p:spPr>
          <a:xfrm>
            <a:off x="385125" y="2200600"/>
            <a:ext cx="1503300" cy="4101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348" name="Google Shape;348;p27"/>
          <p:cNvSpPr txBox="1">
            <a:spLocks noGrp="1"/>
          </p:cNvSpPr>
          <p:nvPr>
            <p:ph type="subTitle" idx="6"/>
          </p:nvPr>
        </p:nvSpPr>
        <p:spPr>
          <a:xfrm>
            <a:off x="385125" y="2610850"/>
            <a:ext cx="1503300" cy="4101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349" name="Google Shape;349;p27"/>
          <p:cNvSpPr txBox="1">
            <a:spLocks noGrp="1"/>
          </p:cNvSpPr>
          <p:nvPr>
            <p:ph type="subTitle" idx="7"/>
          </p:nvPr>
        </p:nvSpPr>
        <p:spPr>
          <a:xfrm>
            <a:off x="385125" y="3024075"/>
            <a:ext cx="1503300" cy="4101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350" name="Google Shape;350;p27"/>
          <p:cNvSpPr txBox="1">
            <a:spLocks noGrp="1"/>
          </p:cNvSpPr>
          <p:nvPr>
            <p:ph type="subTitle" idx="8"/>
          </p:nvPr>
        </p:nvSpPr>
        <p:spPr>
          <a:xfrm>
            <a:off x="385125" y="3429650"/>
            <a:ext cx="1503300" cy="4101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351" name="Google Shape;351;p27"/>
          <p:cNvSpPr txBox="1">
            <a:spLocks noGrp="1"/>
          </p:cNvSpPr>
          <p:nvPr>
            <p:ph type="subTitle" idx="9"/>
          </p:nvPr>
        </p:nvSpPr>
        <p:spPr>
          <a:xfrm>
            <a:off x="385125" y="3848500"/>
            <a:ext cx="1503300" cy="4101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352" name="Google Shape;352;p27"/>
          <p:cNvSpPr txBox="1">
            <a:spLocks noGrp="1"/>
          </p:cNvSpPr>
          <p:nvPr>
            <p:ph type="subTitle" idx="13"/>
          </p:nvPr>
        </p:nvSpPr>
        <p:spPr>
          <a:xfrm>
            <a:off x="1977175" y="220060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3" name="Google Shape;353;p27"/>
          <p:cNvSpPr txBox="1">
            <a:spLocks noGrp="1"/>
          </p:cNvSpPr>
          <p:nvPr>
            <p:ph type="subTitle" idx="14"/>
          </p:nvPr>
        </p:nvSpPr>
        <p:spPr>
          <a:xfrm>
            <a:off x="1977175" y="261085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4" name="Google Shape;354;p27"/>
          <p:cNvSpPr txBox="1">
            <a:spLocks noGrp="1"/>
          </p:cNvSpPr>
          <p:nvPr>
            <p:ph type="subTitle" idx="15"/>
          </p:nvPr>
        </p:nvSpPr>
        <p:spPr>
          <a:xfrm>
            <a:off x="1977175" y="302220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5" name="Google Shape;355;p27"/>
          <p:cNvSpPr txBox="1">
            <a:spLocks noGrp="1"/>
          </p:cNvSpPr>
          <p:nvPr>
            <p:ph type="subTitle" idx="16"/>
          </p:nvPr>
        </p:nvSpPr>
        <p:spPr>
          <a:xfrm>
            <a:off x="1977175" y="343700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6" name="Google Shape;356;p27"/>
          <p:cNvSpPr txBox="1">
            <a:spLocks noGrp="1"/>
          </p:cNvSpPr>
          <p:nvPr>
            <p:ph type="subTitle" idx="17"/>
          </p:nvPr>
        </p:nvSpPr>
        <p:spPr>
          <a:xfrm>
            <a:off x="1977175" y="384945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7" name="Google Shape;357;p27"/>
          <p:cNvSpPr txBox="1">
            <a:spLocks noGrp="1"/>
          </p:cNvSpPr>
          <p:nvPr>
            <p:ph type="subTitle" idx="18"/>
          </p:nvPr>
        </p:nvSpPr>
        <p:spPr>
          <a:xfrm>
            <a:off x="3623175" y="220060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8" name="Google Shape;358;p27"/>
          <p:cNvSpPr txBox="1">
            <a:spLocks noGrp="1"/>
          </p:cNvSpPr>
          <p:nvPr>
            <p:ph type="subTitle" idx="19"/>
          </p:nvPr>
        </p:nvSpPr>
        <p:spPr>
          <a:xfrm>
            <a:off x="3623175" y="261085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59" name="Google Shape;359;p27"/>
          <p:cNvSpPr txBox="1">
            <a:spLocks noGrp="1"/>
          </p:cNvSpPr>
          <p:nvPr>
            <p:ph type="subTitle" idx="20"/>
          </p:nvPr>
        </p:nvSpPr>
        <p:spPr>
          <a:xfrm>
            <a:off x="3623175" y="302220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0" name="Google Shape;360;p27"/>
          <p:cNvSpPr txBox="1">
            <a:spLocks noGrp="1"/>
          </p:cNvSpPr>
          <p:nvPr>
            <p:ph type="subTitle" idx="21"/>
          </p:nvPr>
        </p:nvSpPr>
        <p:spPr>
          <a:xfrm>
            <a:off x="3623175" y="343700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1" name="Google Shape;361;p27"/>
          <p:cNvSpPr txBox="1">
            <a:spLocks noGrp="1"/>
          </p:cNvSpPr>
          <p:nvPr>
            <p:ph type="subTitle" idx="22"/>
          </p:nvPr>
        </p:nvSpPr>
        <p:spPr>
          <a:xfrm>
            <a:off x="3623175" y="3849450"/>
            <a:ext cx="13695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2" name="Google Shape;362;p27"/>
          <p:cNvSpPr txBox="1">
            <a:spLocks noGrp="1"/>
          </p:cNvSpPr>
          <p:nvPr>
            <p:ph type="subTitle" idx="23"/>
          </p:nvPr>
        </p:nvSpPr>
        <p:spPr>
          <a:xfrm>
            <a:off x="5465501" y="2200600"/>
            <a:ext cx="28707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3" name="Google Shape;363;p27"/>
          <p:cNvSpPr txBox="1">
            <a:spLocks noGrp="1"/>
          </p:cNvSpPr>
          <p:nvPr>
            <p:ph type="subTitle" idx="24"/>
          </p:nvPr>
        </p:nvSpPr>
        <p:spPr>
          <a:xfrm>
            <a:off x="5465501" y="2610850"/>
            <a:ext cx="28707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4" name="Google Shape;364;p27"/>
          <p:cNvSpPr txBox="1">
            <a:spLocks noGrp="1"/>
          </p:cNvSpPr>
          <p:nvPr>
            <p:ph type="subTitle" idx="25"/>
          </p:nvPr>
        </p:nvSpPr>
        <p:spPr>
          <a:xfrm>
            <a:off x="5465501" y="3022200"/>
            <a:ext cx="28707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5" name="Google Shape;365;p27"/>
          <p:cNvSpPr txBox="1">
            <a:spLocks noGrp="1"/>
          </p:cNvSpPr>
          <p:nvPr>
            <p:ph type="subTitle" idx="26"/>
          </p:nvPr>
        </p:nvSpPr>
        <p:spPr>
          <a:xfrm>
            <a:off x="5465501" y="3437000"/>
            <a:ext cx="28707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366" name="Google Shape;366;p27"/>
          <p:cNvSpPr txBox="1">
            <a:spLocks noGrp="1"/>
          </p:cNvSpPr>
          <p:nvPr>
            <p:ph type="subTitle" idx="27"/>
          </p:nvPr>
        </p:nvSpPr>
        <p:spPr>
          <a:xfrm>
            <a:off x="5465501" y="3849450"/>
            <a:ext cx="2870700" cy="4101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ive highlights">
  <p:cSld name="CUSTOM_5_2_2">
    <p:spTree>
      <p:nvGrpSpPr>
        <p:cNvPr id="1" name="Shape 367"/>
        <p:cNvGrpSpPr/>
        <p:nvPr/>
      </p:nvGrpSpPr>
      <p:grpSpPr>
        <a:xfrm>
          <a:off x="0" y="0"/>
          <a:ext cx="0" cy="0"/>
          <a:chOff x="0" y="0"/>
          <a:chExt cx="0" cy="0"/>
        </a:xfrm>
      </p:grpSpPr>
      <p:sp>
        <p:nvSpPr>
          <p:cNvPr id="368" name="Google Shape;368;p28"/>
          <p:cNvSpPr txBox="1">
            <a:spLocks noGrp="1"/>
          </p:cNvSpPr>
          <p:nvPr>
            <p:ph type="title"/>
          </p:nvPr>
        </p:nvSpPr>
        <p:spPr>
          <a:xfrm>
            <a:off x="609600" y="724825"/>
            <a:ext cx="40158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369" name="Google Shape;369;p28"/>
          <p:cNvSpPr txBox="1">
            <a:spLocks noGrp="1"/>
          </p:cNvSpPr>
          <p:nvPr>
            <p:ph type="subTitle" idx="1"/>
          </p:nvPr>
        </p:nvSpPr>
        <p:spPr>
          <a:xfrm>
            <a:off x="609600" y="457200"/>
            <a:ext cx="4015800" cy="264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a:endParaRPr/>
          </a:p>
        </p:txBody>
      </p:sp>
      <p:sp>
        <p:nvSpPr>
          <p:cNvPr id="370" name="Google Shape;370;p28"/>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71" name="Google Shape;371;p28"/>
          <p:cNvSpPr txBox="1">
            <a:spLocks noGrp="1"/>
          </p:cNvSpPr>
          <p:nvPr>
            <p:ph type="subTitle" idx="2"/>
          </p:nvPr>
        </p:nvSpPr>
        <p:spPr>
          <a:xfrm>
            <a:off x="229525" y="2435600"/>
            <a:ext cx="1500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72" name="Google Shape;372;p28"/>
          <p:cNvSpPr txBox="1">
            <a:spLocks noGrp="1"/>
          </p:cNvSpPr>
          <p:nvPr>
            <p:ph type="subTitle" idx="3"/>
          </p:nvPr>
        </p:nvSpPr>
        <p:spPr>
          <a:xfrm>
            <a:off x="2015702" y="2435600"/>
            <a:ext cx="1500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73" name="Google Shape;373;p28"/>
          <p:cNvSpPr txBox="1">
            <a:spLocks noGrp="1"/>
          </p:cNvSpPr>
          <p:nvPr>
            <p:ph type="subTitle" idx="4"/>
          </p:nvPr>
        </p:nvSpPr>
        <p:spPr>
          <a:xfrm>
            <a:off x="3774602" y="2435600"/>
            <a:ext cx="1500900" cy="264600"/>
          </a:xfrm>
          <a:prstGeom prst="rect">
            <a:avLst/>
          </a:prstGeom>
        </p:spPr>
        <p:txBody>
          <a:bodyPr spcFirstLastPara="1" wrap="square" lIns="0" tIns="0" rIns="0" bIns="0" anchor="ctr"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74" name="Google Shape;374;p28"/>
          <p:cNvSpPr txBox="1">
            <a:spLocks noGrp="1"/>
          </p:cNvSpPr>
          <p:nvPr>
            <p:ph type="subTitle" idx="5"/>
          </p:nvPr>
        </p:nvSpPr>
        <p:spPr>
          <a:xfrm>
            <a:off x="5616677" y="2435600"/>
            <a:ext cx="1500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75" name="Google Shape;375;p28"/>
          <p:cNvSpPr txBox="1">
            <a:spLocks noGrp="1"/>
          </p:cNvSpPr>
          <p:nvPr>
            <p:ph type="subTitle" idx="6"/>
          </p:nvPr>
        </p:nvSpPr>
        <p:spPr>
          <a:xfrm>
            <a:off x="7411452" y="2435600"/>
            <a:ext cx="1500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76" name="Google Shape;376;p28"/>
          <p:cNvSpPr txBox="1">
            <a:spLocks noGrp="1"/>
          </p:cNvSpPr>
          <p:nvPr>
            <p:ph type="body" idx="7"/>
          </p:nvPr>
        </p:nvSpPr>
        <p:spPr>
          <a:xfrm>
            <a:off x="387584" y="2820600"/>
            <a:ext cx="1239300" cy="1165200"/>
          </a:xfrm>
          <a:prstGeom prst="rect">
            <a:avLst/>
          </a:prstGeom>
        </p:spPr>
        <p:txBody>
          <a:bodyPr spcFirstLastPara="1" wrap="square" lIns="0" tIns="0" rIns="0" bIns="0"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377" name="Google Shape;377;p28"/>
          <p:cNvSpPr txBox="1">
            <a:spLocks noGrp="1"/>
          </p:cNvSpPr>
          <p:nvPr>
            <p:ph type="body" idx="8"/>
          </p:nvPr>
        </p:nvSpPr>
        <p:spPr>
          <a:xfrm>
            <a:off x="2164609" y="2820600"/>
            <a:ext cx="1239300" cy="1165200"/>
          </a:xfrm>
          <a:prstGeom prst="rect">
            <a:avLst/>
          </a:prstGeom>
        </p:spPr>
        <p:txBody>
          <a:bodyPr spcFirstLastPara="1" wrap="square" lIns="0" tIns="0" rIns="0" bIns="0" anchor="t" anchorCtr="0">
            <a:spAutoFit/>
          </a:bodyPr>
          <a:lstStyle>
            <a:lvl1pPr marL="457200" lvl="0" indent="-285750">
              <a:lnSpc>
                <a:spcPct val="100000"/>
              </a:lnSpc>
              <a:spcBef>
                <a:spcPts val="0"/>
              </a:spcBef>
              <a:spcAft>
                <a:spcPts val="0"/>
              </a:spcAft>
              <a:buClr>
                <a:schemeClr val="lt1"/>
              </a:buClr>
              <a:buSzPts val="900"/>
              <a:buFont typeface="Red Hat Display"/>
              <a:buChar char="●"/>
              <a:defRPr sz="900"/>
            </a:lvl1pPr>
            <a:lvl2pPr marL="914400" lvl="1" indent="-285750">
              <a:lnSpc>
                <a:spcPct val="100000"/>
              </a:lnSpc>
              <a:spcBef>
                <a:spcPts val="0"/>
              </a:spcBef>
              <a:spcAft>
                <a:spcPts val="0"/>
              </a:spcAft>
              <a:buClr>
                <a:schemeClr val="lt1"/>
              </a:buClr>
              <a:buSzPts val="900"/>
              <a:buFont typeface="Red Hat Display"/>
              <a:buChar char="○"/>
              <a:defRPr sz="900"/>
            </a:lvl2pPr>
            <a:lvl3pPr marL="1371600" lvl="2" indent="-285750">
              <a:lnSpc>
                <a:spcPct val="100000"/>
              </a:lnSpc>
              <a:spcBef>
                <a:spcPts val="0"/>
              </a:spcBef>
              <a:spcAft>
                <a:spcPts val="0"/>
              </a:spcAft>
              <a:buClr>
                <a:schemeClr val="lt1"/>
              </a:buClr>
              <a:buSzPts val="900"/>
              <a:buFont typeface="Red Hat Display"/>
              <a:buChar char="■"/>
              <a:defRPr sz="900"/>
            </a:lvl3pPr>
            <a:lvl4pPr marL="1828800" lvl="3" indent="-285750">
              <a:lnSpc>
                <a:spcPct val="100000"/>
              </a:lnSpc>
              <a:spcBef>
                <a:spcPts val="0"/>
              </a:spcBef>
              <a:spcAft>
                <a:spcPts val="0"/>
              </a:spcAft>
              <a:buClr>
                <a:schemeClr val="lt1"/>
              </a:buClr>
              <a:buSzPts val="900"/>
              <a:buFont typeface="Red Hat Display"/>
              <a:buChar char="●"/>
              <a:defRPr sz="900"/>
            </a:lvl4pPr>
            <a:lvl5pPr marL="2286000" lvl="4" indent="-285750">
              <a:lnSpc>
                <a:spcPct val="100000"/>
              </a:lnSpc>
              <a:spcBef>
                <a:spcPts val="0"/>
              </a:spcBef>
              <a:spcAft>
                <a:spcPts val="0"/>
              </a:spcAft>
              <a:buClr>
                <a:schemeClr val="lt1"/>
              </a:buClr>
              <a:buSzPts val="900"/>
              <a:buFont typeface="Red Hat Display"/>
              <a:buChar char="○"/>
              <a:defRPr sz="900"/>
            </a:lvl5pPr>
            <a:lvl6pPr marL="2743200" lvl="5" indent="-285750">
              <a:lnSpc>
                <a:spcPct val="100000"/>
              </a:lnSpc>
              <a:spcBef>
                <a:spcPts val="0"/>
              </a:spcBef>
              <a:spcAft>
                <a:spcPts val="0"/>
              </a:spcAft>
              <a:buClr>
                <a:schemeClr val="lt1"/>
              </a:buClr>
              <a:buSzPts val="900"/>
              <a:buFont typeface="Red Hat Display"/>
              <a:buChar char="■"/>
              <a:defRPr sz="900"/>
            </a:lvl6pPr>
            <a:lvl7pPr marL="3200400" lvl="6" indent="-285750">
              <a:lnSpc>
                <a:spcPct val="100000"/>
              </a:lnSpc>
              <a:spcBef>
                <a:spcPts val="0"/>
              </a:spcBef>
              <a:spcAft>
                <a:spcPts val="0"/>
              </a:spcAft>
              <a:buClr>
                <a:schemeClr val="lt1"/>
              </a:buClr>
              <a:buSzPts val="900"/>
              <a:buFont typeface="Red Hat Display"/>
              <a:buChar char="●"/>
              <a:defRPr sz="900"/>
            </a:lvl7pPr>
            <a:lvl8pPr marL="3657600" lvl="7" indent="-285750">
              <a:lnSpc>
                <a:spcPct val="100000"/>
              </a:lnSpc>
              <a:spcBef>
                <a:spcPts val="0"/>
              </a:spcBef>
              <a:spcAft>
                <a:spcPts val="0"/>
              </a:spcAft>
              <a:buClr>
                <a:schemeClr val="lt1"/>
              </a:buClr>
              <a:buSzPts val="900"/>
              <a:buFont typeface="Red Hat Display"/>
              <a:buChar char="○"/>
              <a:defRPr sz="900"/>
            </a:lvl8pPr>
            <a:lvl9pPr marL="4114800" lvl="8" indent="-285750">
              <a:lnSpc>
                <a:spcPct val="100000"/>
              </a:lnSpc>
              <a:spcBef>
                <a:spcPts val="0"/>
              </a:spcBef>
              <a:spcAft>
                <a:spcPts val="0"/>
              </a:spcAft>
              <a:buClr>
                <a:schemeClr val="lt1"/>
              </a:buClr>
              <a:buSzPts val="900"/>
              <a:buFont typeface="Red Hat Display"/>
              <a:buChar char="■"/>
              <a:defRPr sz="900"/>
            </a:lvl9pPr>
          </a:lstStyle>
          <a:p>
            <a:endParaRPr/>
          </a:p>
        </p:txBody>
      </p:sp>
      <p:sp>
        <p:nvSpPr>
          <p:cNvPr id="378" name="Google Shape;378;p28"/>
          <p:cNvSpPr txBox="1">
            <a:spLocks noGrp="1"/>
          </p:cNvSpPr>
          <p:nvPr>
            <p:ph type="body" idx="9"/>
          </p:nvPr>
        </p:nvSpPr>
        <p:spPr>
          <a:xfrm>
            <a:off x="3941634" y="2820600"/>
            <a:ext cx="1239300" cy="1165200"/>
          </a:xfrm>
          <a:prstGeom prst="rect">
            <a:avLst/>
          </a:prstGeom>
        </p:spPr>
        <p:txBody>
          <a:bodyPr spcFirstLastPara="1" wrap="square" lIns="0" tIns="0" rIns="0" bIns="0"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379" name="Google Shape;379;p28"/>
          <p:cNvSpPr txBox="1">
            <a:spLocks noGrp="1"/>
          </p:cNvSpPr>
          <p:nvPr>
            <p:ph type="body" idx="13"/>
          </p:nvPr>
        </p:nvSpPr>
        <p:spPr>
          <a:xfrm>
            <a:off x="5764484" y="2820600"/>
            <a:ext cx="1239300" cy="1165200"/>
          </a:xfrm>
          <a:prstGeom prst="rect">
            <a:avLst/>
          </a:prstGeom>
        </p:spPr>
        <p:txBody>
          <a:bodyPr spcFirstLastPara="1" wrap="square" lIns="0" tIns="0" rIns="0" bIns="0"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
        <p:nvSpPr>
          <p:cNvPr id="380" name="Google Shape;380;p28"/>
          <p:cNvSpPr txBox="1">
            <a:spLocks noGrp="1"/>
          </p:cNvSpPr>
          <p:nvPr>
            <p:ph type="body" idx="14"/>
          </p:nvPr>
        </p:nvSpPr>
        <p:spPr>
          <a:xfrm>
            <a:off x="7587334" y="2820600"/>
            <a:ext cx="1239300" cy="1165200"/>
          </a:xfrm>
          <a:prstGeom prst="rect">
            <a:avLst/>
          </a:prstGeom>
        </p:spPr>
        <p:txBody>
          <a:bodyPr spcFirstLastPara="1" wrap="square" lIns="0" tIns="0" rIns="0" bIns="0" anchor="t" anchorCtr="0">
            <a:spAutoFit/>
          </a:bodyPr>
          <a:lstStyle>
            <a:lvl1pPr marL="457200" lvl="0" indent="-285750">
              <a:spcBef>
                <a:spcPts val="0"/>
              </a:spcBef>
              <a:spcAft>
                <a:spcPts val="0"/>
              </a:spcAft>
              <a:buClr>
                <a:schemeClr val="lt1"/>
              </a:buClr>
              <a:buSzPts val="900"/>
              <a:buFont typeface="Red Hat Display"/>
              <a:buChar char="●"/>
              <a:defRPr/>
            </a:lvl1pPr>
            <a:lvl2pPr marL="914400" lvl="1" indent="-285750">
              <a:spcBef>
                <a:spcPts val="0"/>
              </a:spcBef>
              <a:spcAft>
                <a:spcPts val="0"/>
              </a:spcAft>
              <a:buClr>
                <a:schemeClr val="lt1"/>
              </a:buClr>
              <a:buSzPts val="900"/>
              <a:buFont typeface="Red Hat Display"/>
              <a:buChar char="○"/>
              <a:defRPr/>
            </a:lvl2pPr>
            <a:lvl3pPr marL="1371600" lvl="2" indent="-285750">
              <a:spcBef>
                <a:spcPts val="0"/>
              </a:spcBef>
              <a:spcAft>
                <a:spcPts val="0"/>
              </a:spcAft>
              <a:buClr>
                <a:schemeClr val="lt1"/>
              </a:buClr>
              <a:buSzPts val="900"/>
              <a:buFont typeface="Red Hat Display"/>
              <a:buChar char="■"/>
              <a:defRPr/>
            </a:lvl3pPr>
            <a:lvl4pPr marL="1828800" lvl="3" indent="-285750">
              <a:spcBef>
                <a:spcPts val="0"/>
              </a:spcBef>
              <a:spcAft>
                <a:spcPts val="0"/>
              </a:spcAft>
              <a:buClr>
                <a:schemeClr val="lt1"/>
              </a:buClr>
              <a:buSzPts val="900"/>
              <a:buFont typeface="Red Hat Display"/>
              <a:buChar char="●"/>
              <a:defRPr/>
            </a:lvl4pPr>
            <a:lvl5pPr marL="2286000" lvl="4" indent="-285750">
              <a:spcBef>
                <a:spcPts val="0"/>
              </a:spcBef>
              <a:spcAft>
                <a:spcPts val="0"/>
              </a:spcAft>
              <a:buClr>
                <a:schemeClr val="lt1"/>
              </a:buClr>
              <a:buSzPts val="900"/>
              <a:buFont typeface="Red Hat Display"/>
              <a:buChar char="○"/>
              <a:defRPr/>
            </a:lvl5pPr>
            <a:lvl6pPr marL="2743200" lvl="5" indent="-285750">
              <a:spcBef>
                <a:spcPts val="0"/>
              </a:spcBef>
              <a:spcAft>
                <a:spcPts val="0"/>
              </a:spcAft>
              <a:buClr>
                <a:schemeClr val="lt1"/>
              </a:buClr>
              <a:buSzPts val="900"/>
              <a:buFont typeface="Red Hat Display"/>
              <a:buChar char="■"/>
              <a:defRPr/>
            </a:lvl6pPr>
            <a:lvl7pPr marL="3200400" lvl="6" indent="-285750">
              <a:spcBef>
                <a:spcPts val="0"/>
              </a:spcBef>
              <a:spcAft>
                <a:spcPts val="0"/>
              </a:spcAft>
              <a:buClr>
                <a:schemeClr val="lt1"/>
              </a:buClr>
              <a:buSzPts val="900"/>
              <a:buFont typeface="Red Hat Display"/>
              <a:buChar char="●"/>
              <a:defRPr/>
            </a:lvl7pPr>
            <a:lvl8pPr marL="3657600" lvl="7" indent="-285750">
              <a:spcBef>
                <a:spcPts val="0"/>
              </a:spcBef>
              <a:spcAft>
                <a:spcPts val="0"/>
              </a:spcAft>
              <a:buClr>
                <a:schemeClr val="lt1"/>
              </a:buClr>
              <a:buSzPts val="900"/>
              <a:buFont typeface="Red Hat Display"/>
              <a:buChar char="○"/>
              <a:defRPr/>
            </a:lvl8pPr>
            <a:lvl9pPr marL="4114800" lvl="8" indent="-285750">
              <a:spcBef>
                <a:spcPts val="0"/>
              </a:spcBef>
              <a:spcAft>
                <a:spcPts val="0"/>
              </a:spcAft>
              <a:buClr>
                <a:schemeClr val="lt1"/>
              </a:buClr>
              <a:buSzPts val="900"/>
              <a:buFont typeface="Red Hat Display"/>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ree highlights w/ dots">
  <p:cSld name="CUSTOM_5_2_1">
    <p:spTree>
      <p:nvGrpSpPr>
        <p:cNvPr id="1" name="Shape 381"/>
        <p:cNvGrpSpPr/>
        <p:nvPr/>
      </p:nvGrpSpPr>
      <p:grpSpPr>
        <a:xfrm>
          <a:off x="0" y="0"/>
          <a:ext cx="0" cy="0"/>
          <a:chOff x="0" y="0"/>
          <a:chExt cx="0" cy="0"/>
        </a:xfrm>
      </p:grpSpPr>
      <p:sp>
        <p:nvSpPr>
          <p:cNvPr id="382" name="Google Shape;382;p29"/>
          <p:cNvSpPr txBox="1">
            <a:spLocks noGrp="1"/>
          </p:cNvSpPr>
          <p:nvPr>
            <p:ph type="title"/>
          </p:nvPr>
        </p:nvSpPr>
        <p:spPr>
          <a:xfrm>
            <a:off x="609600" y="724825"/>
            <a:ext cx="40158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383" name="Google Shape;383;p29"/>
          <p:cNvSpPr txBox="1">
            <a:spLocks noGrp="1"/>
          </p:cNvSpPr>
          <p:nvPr>
            <p:ph type="subTitle" idx="1"/>
          </p:nvPr>
        </p:nvSpPr>
        <p:spPr>
          <a:xfrm>
            <a:off x="609600" y="457200"/>
            <a:ext cx="4015800" cy="264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a:endParaRPr/>
          </a:p>
        </p:txBody>
      </p:sp>
      <p:sp>
        <p:nvSpPr>
          <p:cNvPr id="384" name="Google Shape;384;p29"/>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85" name="Google Shape;385;p29"/>
          <p:cNvSpPr txBox="1">
            <a:spLocks noGrp="1"/>
          </p:cNvSpPr>
          <p:nvPr>
            <p:ph type="subTitle" idx="2"/>
          </p:nvPr>
        </p:nvSpPr>
        <p:spPr>
          <a:xfrm>
            <a:off x="351700" y="2435600"/>
            <a:ext cx="1500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86" name="Google Shape;386;p29"/>
          <p:cNvSpPr txBox="1">
            <a:spLocks noGrp="1"/>
          </p:cNvSpPr>
          <p:nvPr>
            <p:ph type="subTitle" idx="3"/>
          </p:nvPr>
        </p:nvSpPr>
        <p:spPr>
          <a:xfrm>
            <a:off x="3315050" y="2435600"/>
            <a:ext cx="1500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87" name="Google Shape;387;p29"/>
          <p:cNvSpPr txBox="1">
            <a:spLocks noGrp="1"/>
          </p:cNvSpPr>
          <p:nvPr>
            <p:ph type="subTitle" idx="4"/>
          </p:nvPr>
        </p:nvSpPr>
        <p:spPr>
          <a:xfrm>
            <a:off x="6278400" y="2435600"/>
            <a:ext cx="1500900" cy="264600"/>
          </a:xfrm>
          <a:prstGeom prst="rect">
            <a:avLst/>
          </a:prstGeom>
        </p:spPr>
        <p:txBody>
          <a:bodyPr spcFirstLastPara="1" wrap="square" lIns="0" tIns="0" rIns="0" bIns="0" anchor="ctr"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388" name="Google Shape;388;p29"/>
          <p:cNvSpPr txBox="1">
            <a:spLocks noGrp="1"/>
          </p:cNvSpPr>
          <p:nvPr>
            <p:ph type="body" idx="5"/>
          </p:nvPr>
        </p:nvSpPr>
        <p:spPr>
          <a:xfrm>
            <a:off x="3315050" y="2882813"/>
            <a:ext cx="2439900" cy="1165200"/>
          </a:xfrm>
          <a:prstGeom prst="rect">
            <a:avLst/>
          </a:prstGeom>
        </p:spPr>
        <p:txBody>
          <a:bodyPr spcFirstLastPara="1" wrap="square" lIns="0" tIns="0" rIns="0" bIns="0" anchor="t" anchorCtr="0">
            <a:spAutoFit/>
          </a:bodyPr>
          <a:lstStyle>
            <a:lvl1pPr marL="457200" lvl="0" indent="-285750">
              <a:spcBef>
                <a:spcPts val="0"/>
              </a:spcBef>
              <a:spcAft>
                <a:spcPts val="0"/>
              </a:spcAft>
              <a:buSzPts val="900"/>
              <a:buFont typeface="Red Hat Display"/>
              <a:buChar char="●"/>
              <a:defRPr sz="900"/>
            </a:lvl1pPr>
            <a:lvl2pPr marL="914400" lvl="1" indent="-285750">
              <a:spcBef>
                <a:spcPts val="800"/>
              </a:spcBef>
              <a:spcAft>
                <a:spcPts val="0"/>
              </a:spcAft>
              <a:buSzPts val="900"/>
              <a:buFont typeface="Red Hat Display"/>
              <a:buChar char="○"/>
              <a:defRPr sz="900"/>
            </a:lvl2pPr>
            <a:lvl3pPr marL="1371600" lvl="2" indent="-285750">
              <a:spcBef>
                <a:spcPts val="800"/>
              </a:spcBef>
              <a:spcAft>
                <a:spcPts val="0"/>
              </a:spcAft>
              <a:buSzPts val="900"/>
              <a:buFont typeface="Red Hat Display"/>
              <a:buChar char="■"/>
              <a:defRPr sz="900"/>
            </a:lvl3pPr>
            <a:lvl4pPr marL="1828800" lvl="3" indent="-285750">
              <a:spcBef>
                <a:spcPts val="800"/>
              </a:spcBef>
              <a:spcAft>
                <a:spcPts val="0"/>
              </a:spcAft>
              <a:buSzPts val="900"/>
              <a:buFont typeface="Red Hat Display"/>
              <a:buChar char="●"/>
              <a:defRPr sz="900"/>
            </a:lvl4pPr>
            <a:lvl5pPr marL="2286000" lvl="4" indent="-285750">
              <a:spcBef>
                <a:spcPts val="800"/>
              </a:spcBef>
              <a:spcAft>
                <a:spcPts val="0"/>
              </a:spcAft>
              <a:buSzPts val="900"/>
              <a:buFont typeface="Red Hat Display"/>
              <a:buChar char="○"/>
              <a:defRPr sz="900"/>
            </a:lvl5pPr>
            <a:lvl6pPr marL="2743200" lvl="5" indent="-285750">
              <a:spcBef>
                <a:spcPts val="800"/>
              </a:spcBef>
              <a:spcAft>
                <a:spcPts val="0"/>
              </a:spcAft>
              <a:buSzPts val="900"/>
              <a:buFont typeface="Red Hat Display"/>
              <a:buChar char="■"/>
              <a:defRPr sz="900"/>
            </a:lvl6pPr>
            <a:lvl7pPr marL="3200400" lvl="6" indent="-285750">
              <a:spcBef>
                <a:spcPts val="800"/>
              </a:spcBef>
              <a:spcAft>
                <a:spcPts val="0"/>
              </a:spcAft>
              <a:buSzPts val="900"/>
              <a:buFont typeface="Red Hat Display"/>
              <a:buChar char="●"/>
              <a:defRPr sz="900"/>
            </a:lvl7pPr>
            <a:lvl8pPr marL="3657600" lvl="7" indent="-285750">
              <a:spcBef>
                <a:spcPts val="800"/>
              </a:spcBef>
              <a:spcAft>
                <a:spcPts val="0"/>
              </a:spcAft>
              <a:buSzPts val="900"/>
              <a:buFont typeface="Red Hat Display"/>
              <a:buChar char="○"/>
              <a:defRPr sz="900"/>
            </a:lvl8pPr>
            <a:lvl9pPr marL="4114800" lvl="8" indent="-285750">
              <a:spcBef>
                <a:spcPts val="800"/>
              </a:spcBef>
              <a:spcAft>
                <a:spcPts val="800"/>
              </a:spcAft>
              <a:buSzPts val="900"/>
              <a:buFont typeface="Red Hat Display"/>
              <a:buChar char="■"/>
              <a:defRPr sz="900"/>
            </a:lvl9pPr>
          </a:lstStyle>
          <a:p>
            <a:endParaRPr/>
          </a:p>
        </p:txBody>
      </p:sp>
      <p:grpSp>
        <p:nvGrpSpPr>
          <p:cNvPr id="389" name="Google Shape;389;p29"/>
          <p:cNvGrpSpPr/>
          <p:nvPr/>
        </p:nvGrpSpPr>
        <p:grpSpPr>
          <a:xfrm flipH="1">
            <a:off x="6903656" y="79823"/>
            <a:ext cx="2140834" cy="1767927"/>
            <a:chOff x="142083" y="79814"/>
            <a:chExt cx="1831025" cy="1512212"/>
          </a:xfrm>
        </p:grpSpPr>
        <p:sp>
          <p:nvSpPr>
            <p:cNvPr id="390" name="Google Shape;390;p29"/>
            <p:cNvSpPr/>
            <p:nvPr/>
          </p:nvSpPr>
          <p:spPr>
            <a:xfrm>
              <a:off x="142083" y="79814"/>
              <a:ext cx="256500" cy="256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1" name="Google Shape;391;p29"/>
            <p:cNvSpPr/>
            <p:nvPr/>
          </p:nvSpPr>
          <p:spPr>
            <a:xfrm>
              <a:off x="487858" y="87214"/>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2" name="Google Shape;392;p29"/>
            <p:cNvSpPr/>
            <p:nvPr/>
          </p:nvSpPr>
          <p:spPr>
            <a:xfrm>
              <a:off x="839135" y="87214"/>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3" name="Google Shape;393;p29"/>
            <p:cNvSpPr/>
            <p:nvPr/>
          </p:nvSpPr>
          <p:spPr>
            <a:xfrm>
              <a:off x="1191033" y="105414"/>
              <a:ext cx="174000" cy="174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4" name="Google Shape;394;p29"/>
            <p:cNvSpPr/>
            <p:nvPr/>
          </p:nvSpPr>
          <p:spPr>
            <a:xfrm>
              <a:off x="1537808" y="115439"/>
              <a:ext cx="140700" cy="14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5" name="Google Shape;395;p29"/>
            <p:cNvSpPr/>
            <p:nvPr/>
          </p:nvSpPr>
          <p:spPr>
            <a:xfrm>
              <a:off x="1908008" y="148714"/>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6" name="Google Shape;396;p29"/>
            <p:cNvSpPr/>
            <p:nvPr/>
          </p:nvSpPr>
          <p:spPr>
            <a:xfrm>
              <a:off x="164883" y="422639"/>
              <a:ext cx="233700" cy="23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7" name="Google Shape;397;p29"/>
            <p:cNvSpPr/>
            <p:nvPr/>
          </p:nvSpPr>
          <p:spPr>
            <a:xfrm>
              <a:off x="506960" y="427888"/>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8" name="Google Shape;398;p29"/>
            <p:cNvSpPr/>
            <p:nvPr/>
          </p:nvSpPr>
          <p:spPr>
            <a:xfrm>
              <a:off x="854387" y="436714"/>
              <a:ext cx="179700" cy="17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399" name="Google Shape;399;p29"/>
            <p:cNvSpPr/>
            <p:nvPr/>
          </p:nvSpPr>
          <p:spPr>
            <a:xfrm>
              <a:off x="1202034" y="450389"/>
              <a:ext cx="152100" cy="15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0" name="Google Shape;400;p29"/>
            <p:cNvSpPr/>
            <p:nvPr/>
          </p:nvSpPr>
          <p:spPr>
            <a:xfrm>
              <a:off x="1558407" y="470039"/>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1" name="Google Shape;401;p29"/>
            <p:cNvSpPr/>
            <p:nvPr/>
          </p:nvSpPr>
          <p:spPr>
            <a:xfrm>
              <a:off x="1924408" y="499814"/>
              <a:ext cx="32400" cy="3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2" name="Google Shape;402;p29"/>
            <p:cNvSpPr/>
            <p:nvPr/>
          </p:nvSpPr>
          <p:spPr>
            <a:xfrm>
              <a:off x="529964" y="775614"/>
              <a:ext cx="179700" cy="17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3" name="Google Shape;403;p29"/>
            <p:cNvSpPr/>
            <p:nvPr/>
          </p:nvSpPr>
          <p:spPr>
            <a:xfrm>
              <a:off x="185718" y="765448"/>
              <a:ext cx="210300" cy="210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4" name="Google Shape;404;p29"/>
            <p:cNvSpPr/>
            <p:nvPr/>
          </p:nvSpPr>
          <p:spPr>
            <a:xfrm>
              <a:off x="873448" y="784049"/>
              <a:ext cx="152100" cy="15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5" name="Google Shape;405;p29"/>
            <p:cNvSpPr/>
            <p:nvPr/>
          </p:nvSpPr>
          <p:spPr>
            <a:xfrm>
              <a:off x="1230921" y="804501"/>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6" name="Google Shape;406;p29"/>
            <p:cNvSpPr/>
            <p:nvPr/>
          </p:nvSpPr>
          <p:spPr>
            <a:xfrm>
              <a:off x="1577346" y="824201"/>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7" name="Google Shape;407;p29"/>
            <p:cNvSpPr/>
            <p:nvPr/>
          </p:nvSpPr>
          <p:spPr>
            <a:xfrm>
              <a:off x="551148" y="1122149"/>
              <a:ext cx="152100" cy="152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8" name="Google Shape;408;p29"/>
            <p:cNvSpPr/>
            <p:nvPr/>
          </p:nvSpPr>
          <p:spPr>
            <a:xfrm>
              <a:off x="201014" y="1115389"/>
              <a:ext cx="179700" cy="17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09" name="Google Shape;409;p29"/>
            <p:cNvSpPr/>
            <p:nvPr/>
          </p:nvSpPr>
          <p:spPr>
            <a:xfrm>
              <a:off x="900639" y="1144351"/>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10" name="Google Shape;410;p29"/>
            <p:cNvSpPr/>
            <p:nvPr/>
          </p:nvSpPr>
          <p:spPr>
            <a:xfrm>
              <a:off x="1258496" y="1160976"/>
              <a:ext cx="65100" cy="65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11" name="Google Shape;411;p29"/>
            <p:cNvSpPr/>
            <p:nvPr/>
          </p:nvSpPr>
          <p:spPr>
            <a:xfrm>
              <a:off x="240458" y="1484026"/>
              <a:ext cx="108000" cy="10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12" name="Google Shape;412;p29"/>
            <p:cNvSpPr/>
            <p:nvPr/>
          </p:nvSpPr>
          <p:spPr>
            <a:xfrm>
              <a:off x="583108" y="1486121"/>
              <a:ext cx="88200" cy="8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13" name="Google Shape;413;p29"/>
            <p:cNvSpPr/>
            <p:nvPr/>
          </p:nvSpPr>
          <p:spPr>
            <a:xfrm>
              <a:off x="937805" y="1508513"/>
              <a:ext cx="43500" cy="4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grpSp>
      <p:sp>
        <p:nvSpPr>
          <p:cNvPr id="414" name="Google Shape;414;p29"/>
          <p:cNvSpPr txBox="1">
            <a:spLocks noGrp="1"/>
          </p:cNvSpPr>
          <p:nvPr>
            <p:ph type="body" idx="6"/>
          </p:nvPr>
        </p:nvSpPr>
        <p:spPr>
          <a:xfrm>
            <a:off x="351700" y="2882813"/>
            <a:ext cx="2439900" cy="1165200"/>
          </a:xfrm>
          <a:prstGeom prst="rect">
            <a:avLst/>
          </a:prstGeom>
        </p:spPr>
        <p:txBody>
          <a:bodyPr spcFirstLastPara="1" wrap="square" lIns="0" tIns="0" rIns="0" bIns="0" anchor="t" anchorCtr="0">
            <a:spAutoFit/>
          </a:bodyPr>
          <a:lstStyle>
            <a:lvl1pPr marL="457200" lvl="0" indent="-285750">
              <a:lnSpc>
                <a:spcPct val="115000"/>
              </a:lnSpc>
              <a:spcBef>
                <a:spcPts val="0"/>
              </a:spcBef>
              <a:spcAft>
                <a:spcPts val="0"/>
              </a:spcAft>
              <a:buClr>
                <a:schemeClr val="lt1"/>
              </a:buClr>
              <a:buSzPts val="900"/>
              <a:buFont typeface="Red Hat Display"/>
              <a:buChar char="●"/>
              <a:defRPr/>
            </a:lvl1pPr>
            <a:lvl2pPr marL="914400" lvl="1" indent="-285750">
              <a:lnSpc>
                <a:spcPct val="115000"/>
              </a:lnSpc>
              <a:spcBef>
                <a:spcPts val="1000"/>
              </a:spcBef>
              <a:spcAft>
                <a:spcPts val="0"/>
              </a:spcAft>
              <a:buClr>
                <a:schemeClr val="lt1"/>
              </a:buClr>
              <a:buSzPts val="900"/>
              <a:buFont typeface="Red Hat Display"/>
              <a:buChar char="○"/>
              <a:defRPr/>
            </a:lvl2pPr>
            <a:lvl3pPr marL="1371600" lvl="2" indent="-285750">
              <a:lnSpc>
                <a:spcPct val="115000"/>
              </a:lnSpc>
              <a:spcBef>
                <a:spcPts val="1000"/>
              </a:spcBef>
              <a:spcAft>
                <a:spcPts val="0"/>
              </a:spcAft>
              <a:buClr>
                <a:schemeClr val="lt1"/>
              </a:buClr>
              <a:buSzPts val="900"/>
              <a:buFont typeface="Red Hat Display"/>
              <a:buChar char="■"/>
              <a:defRPr/>
            </a:lvl3pPr>
            <a:lvl4pPr marL="1828800" lvl="3" indent="-285750">
              <a:lnSpc>
                <a:spcPct val="115000"/>
              </a:lnSpc>
              <a:spcBef>
                <a:spcPts val="1000"/>
              </a:spcBef>
              <a:spcAft>
                <a:spcPts val="0"/>
              </a:spcAft>
              <a:buClr>
                <a:schemeClr val="lt1"/>
              </a:buClr>
              <a:buSzPts val="900"/>
              <a:buFont typeface="Red Hat Display"/>
              <a:buChar char="●"/>
              <a:defRPr/>
            </a:lvl4pPr>
            <a:lvl5pPr marL="2286000" lvl="4" indent="-285750">
              <a:lnSpc>
                <a:spcPct val="115000"/>
              </a:lnSpc>
              <a:spcBef>
                <a:spcPts val="1000"/>
              </a:spcBef>
              <a:spcAft>
                <a:spcPts val="0"/>
              </a:spcAft>
              <a:buClr>
                <a:schemeClr val="lt1"/>
              </a:buClr>
              <a:buSzPts val="900"/>
              <a:buFont typeface="Red Hat Display"/>
              <a:buChar char="○"/>
              <a:defRPr/>
            </a:lvl5pPr>
            <a:lvl6pPr marL="2743200" lvl="5" indent="-285750">
              <a:lnSpc>
                <a:spcPct val="115000"/>
              </a:lnSpc>
              <a:spcBef>
                <a:spcPts val="1000"/>
              </a:spcBef>
              <a:spcAft>
                <a:spcPts val="0"/>
              </a:spcAft>
              <a:buClr>
                <a:schemeClr val="lt1"/>
              </a:buClr>
              <a:buSzPts val="900"/>
              <a:buFont typeface="Red Hat Display"/>
              <a:buChar char="■"/>
              <a:defRPr/>
            </a:lvl6pPr>
            <a:lvl7pPr marL="3200400" lvl="6" indent="-285750">
              <a:lnSpc>
                <a:spcPct val="115000"/>
              </a:lnSpc>
              <a:spcBef>
                <a:spcPts val="1000"/>
              </a:spcBef>
              <a:spcAft>
                <a:spcPts val="0"/>
              </a:spcAft>
              <a:buClr>
                <a:schemeClr val="lt1"/>
              </a:buClr>
              <a:buSzPts val="900"/>
              <a:buFont typeface="Red Hat Display"/>
              <a:buChar char="●"/>
              <a:defRPr/>
            </a:lvl7pPr>
            <a:lvl8pPr marL="3657600" lvl="7" indent="-285750">
              <a:lnSpc>
                <a:spcPct val="115000"/>
              </a:lnSpc>
              <a:spcBef>
                <a:spcPts val="1000"/>
              </a:spcBef>
              <a:spcAft>
                <a:spcPts val="0"/>
              </a:spcAft>
              <a:buClr>
                <a:schemeClr val="lt1"/>
              </a:buClr>
              <a:buSzPts val="900"/>
              <a:buFont typeface="Red Hat Display"/>
              <a:buChar char="○"/>
              <a:defRPr/>
            </a:lvl8pPr>
            <a:lvl9pPr marL="4114800" lvl="8" indent="-285750">
              <a:lnSpc>
                <a:spcPct val="115000"/>
              </a:lnSpc>
              <a:spcBef>
                <a:spcPts val="1000"/>
              </a:spcBef>
              <a:spcAft>
                <a:spcPts val="1000"/>
              </a:spcAft>
              <a:buClr>
                <a:schemeClr val="lt1"/>
              </a:buClr>
              <a:buSzPts val="900"/>
              <a:buFont typeface="Red Hat Display"/>
              <a:buChar char="■"/>
              <a:defRPr/>
            </a:lvl9pPr>
          </a:lstStyle>
          <a:p>
            <a:endParaRPr/>
          </a:p>
        </p:txBody>
      </p:sp>
      <p:sp>
        <p:nvSpPr>
          <p:cNvPr id="415" name="Google Shape;415;p29"/>
          <p:cNvSpPr txBox="1">
            <a:spLocks noGrp="1"/>
          </p:cNvSpPr>
          <p:nvPr>
            <p:ph type="body" idx="7"/>
          </p:nvPr>
        </p:nvSpPr>
        <p:spPr>
          <a:xfrm>
            <a:off x="6278400" y="2882813"/>
            <a:ext cx="2439900" cy="1165200"/>
          </a:xfrm>
          <a:prstGeom prst="rect">
            <a:avLst/>
          </a:prstGeom>
        </p:spPr>
        <p:txBody>
          <a:bodyPr spcFirstLastPara="1" wrap="square" lIns="0" tIns="0" rIns="0" bIns="0" anchor="t" anchorCtr="0">
            <a:spAutoFit/>
          </a:bodyPr>
          <a:lstStyle>
            <a:lvl1pPr marL="457200" lvl="0" indent="-285750">
              <a:lnSpc>
                <a:spcPct val="115000"/>
              </a:lnSpc>
              <a:spcBef>
                <a:spcPts val="0"/>
              </a:spcBef>
              <a:spcAft>
                <a:spcPts val="0"/>
              </a:spcAft>
              <a:buClr>
                <a:schemeClr val="lt1"/>
              </a:buClr>
              <a:buSzPts val="900"/>
              <a:buFont typeface="Red Hat Display"/>
              <a:buChar char="●"/>
              <a:defRPr/>
            </a:lvl1pPr>
            <a:lvl2pPr marL="914400" lvl="1" indent="-285750">
              <a:lnSpc>
                <a:spcPct val="115000"/>
              </a:lnSpc>
              <a:spcBef>
                <a:spcPts val="1000"/>
              </a:spcBef>
              <a:spcAft>
                <a:spcPts val="0"/>
              </a:spcAft>
              <a:buClr>
                <a:schemeClr val="lt1"/>
              </a:buClr>
              <a:buSzPts val="900"/>
              <a:buFont typeface="Red Hat Display"/>
              <a:buChar char="○"/>
              <a:defRPr/>
            </a:lvl2pPr>
            <a:lvl3pPr marL="1371600" lvl="2" indent="-285750">
              <a:lnSpc>
                <a:spcPct val="115000"/>
              </a:lnSpc>
              <a:spcBef>
                <a:spcPts val="1000"/>
              </a:spcBef>
              <a:spcAft>
                <a:spcPts val="0"/>
              </a:spcAft>
              <a:buClr>
                <a:schemeClr val="lt1"/>
              </a:buClr>
              <a:buSzPts val="900"/>
              <a:buFont typeface="Red Hat Display"/>
              <a:buChar char="■"/>
              <a:defRPr/>
            </a:lvl3pPr>
            <a:lvl4pPr marL="1828800" lvl="3" indent="-285750">
              <a:lnSpc>
                <a:spcPct val="115000"/>
              </a:lnSpc>
              <a:spcBef>
                <a:spcPts val="1000"/>
              </a:spcBef>
              <a:spcAft>
                <a:spcPts val="0"/>
              </a:spcAft>
              <a:buClr>
                <a:schemeClr val="lt1"/>
              </a:buClr>
              <a:buSzPts val="900"/>
              <a:buFont typeface="Red Hat Display"/>
              <a:buChar char="●"/>
              <a:defRPr/>
            </a:lvl4pPr>
            <a:lvl5pPr marL="2286000" lvl="4" indent="-285750">
              <a:lnSpc>
                <a:spcPct val="115000"/>
              </a:lnSpc>
              <a:spcBef>
                <a:spcPts val="1000"/>
              </a:spcBef>
              <a:spcAft>
                <a:spcPts val="0"/>
              </a:spcAft>
              <a:buClr>
                <a:schemeClr val="lt1"/>
              </a:buClr>
              <a:buSzPts val="900"/>
              <a:buFont typeface="Red Hat Display"/>
              <a:buChar char="○"/>
              <a:defRPr/>
            </a:lvl5pPr>
            <a:lvl6pPr marL="2743200" lvl="5" indent="-285750">
              <a:lnSpc>
                <a:spcPct val="115000"/>
              </a:lnSpc>
              <a:spcBef>
                <a:spcPts val="1000"/>
              </a:spcBef>
              <a:spcAft>
                <a:spcPts val="0"/>
              </a:spcAft>
              <a:buClr>
                <a:schemeClr val="lt1"/>
              </a:buClr>
              <a:buSzPts val="900"/>
              <a:buFont typeface="Red Hat Display"/>
              <a:buChar char="■"/>
              <a:defRPr/>
            </a:lvl6pPr>
            <a:lvl7pPr marL="3200400" lvl="6" indent="-285750">
              <a:lnSpc>
                <a:spcPct val="115000"/>
              </a:lnSpc>
              <a:spcBef>
                <a:spcPts val="1000"/>
              </a:spcBef>
              <a:spcAft>
                <a:spcPts val="0"/>
              </a:spcAft>
              <a:buClr>
                <a:schemeClr val="lt1"/>
              </a:buClr>
              <a:buSzPts val="900"/>
              <a:buFont typeface="Red Hat Display"/>
              <a:buChar char="●"/>
              <a:defRPr/>
            </a:lvl7pPr>
            <a:lvl8pPr marL="3657600" lvl="7" indent="-285750">
              <a:lnSpc>
                <a:spcPct val="115000"/>
              </a:lnSpc>
              <a:spcBef>
                <a:spcPts val="1000"/>
              </a:spcBef>
              <a:spcAft>
                <a:spcPts val="0"/>
              </a:spcAft>
              <a:buClr>
                <a:schemeClr val="lt1"/>
              </a:buClr>
              <a:buSzPts val="900"/>
              <a:buFont typeface="Red Hat Display"/>
              <a:buChar char="○"/>
              <a:defRPr/>
            </a:lvl8pPr>
            <a:lvl9pPr marL="4114800" lvl="8" indent="-285750">
              <a:lnSpc>
                <a:spcPct val="115000"/>
              </a:lnSpc>
              <a:spcBef>
                <a:spcPts val="1000"/>
              </a:spcBef>
              <a:spcAft>
                <a:spcPts val="1000"/>
              </a:spcAft>
              <a:buClr>
                <a:schemeClr val="lt1"/>
              </a:buClr>
              <a:buSzPts val="900"/>
              <a:buFont typeface="Red Hat Display"/>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highlights">
  <p:cSld name="CUSTOM_5_2_1_1">
    <p:spTree>
      <p:nvGrpSpPr>
        <p:cNvPr id="1" name="Shape 416"/>
        <p:cNvGrpSpPr/>
        <p:nvPr/>
      </p:nvGrpSpPr>
      <p:grpSpPr>
        <a:xfrm>
          <a:off x="0" y="0"/>
          <a:ext cx="0" cy="0"/>
          <a:chOff x="0" y="0"/>
          <a:chExt cx="0" cy="0"/>
        </a:xfrm>
      </p:grpSpPr>
      <p:sp>
        <p:nvSpPr>
          <p:cNvPr id="417" name="Google Shape;417;p30"/>
          <p:cNvSpPr txBox="1">
            <a:spLocks noGrp="1"/>
          </p:cNvSpPr>
          <p:nvPr>
            <p:ph type="title"/>
          </p:nvPr>
        </p:nvSpPr>
        <p:spPr>
          <a:xfrm>
            <a:off x="609600" y="724825"/>
            <a:ext cx="40158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418" name="Google Shape;418;p30"/>
          <p:cNvSpPr txBox="1">
            <a:spLocks noGrp="1"/>
          </p:cNvSpPr>
          <p:nvPr>
            <p:ph type="subTitle" idx="1"/>
          </p:nvPr>
        </p:nvSpPr>
        <p:spPr>
          <a:xfrm>
            <a:off x="609600" y="457200"/>
            <a:ext cx="4015800" cy="264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a:endParaRPr/>
          </a:p>
        </p:txBody>
      </p:sp>
      <p:sp>
        <p:nvSpPr>
          <p:cNvPr id="419" name="Google Shape;419;p30"/>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20" name="Google Shape;420;p30"/>
          <p:cNvSpPr txBox="1">
            <a:spLocks noGrp="1"/>
          </p:cNvSpPr>
          <p:nvPr>
            <p:ph type="subTitle" idx="2"/>
          </p:nvPr>
        </p:nvSpPr>
        <p:spPr>
          <a:xfrm>
            <a:off x="351700" y="2435600"/>
            <a:ext cx="2439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421" name="Google Shape;421;p30"/>
          <p:cNvSpPr txBox="1">
            <a:spLocks noGrp="1"/>
          </p:cNvSpPr>
          <p:nvPr>
            <p:ph type="subTitle" idx="3"/>
          </p:nvPr>
        </p:nvSpPr>
        <p:spPr>
          <a:xfrm>
            <a:off x="3315050" y="2435600"/>
            <a:ext cx="2439900" cy="264600"/>
          </a:xfrm>
          <a:prstGeom prst="rect">
            <a:avLst/>
          </a:prstGeom>
        </p:spPr>
        <p:txBody>
          <a:bodyPr spcFirstLastPara="1" wrap="square" lIns="0" tIns="0" rIns="0" bIns="0" anchor="t"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422" name="Google Shape;422;p30"/>
          <p:cNvSpPr txBox="1">
            <a:spLocks noGrp="1"/>
          </p:cNvSpPr>
          <p:nvPr>
            <p:ph type="subTitle" idx="4"/>
          </p:nvPr>
        </p:nvSpPr>
        <p:spPr>
          <a:xfrm>
            <a:off x="6278400" y="2435600"/>
            <a:ext cx="2439900" cy="264600"/>
          </a:xfrm>
          <a:prstGeom prst="rect">
            <a:avLst/>
          </a:prstGeom>
        </p:spPr>
        <p:txBody>
          <a:bodyPr spcFirstLastPara="1" wrap="square" lIns="0" tIns="0" rIns="0" bIns="0" anchor="ctr" anchorCtr="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423" name="Google Shape;423;p30"/>
          <p:cNvSpPr txBox="1">
            <a:spLocks noGrp="1"/>
          </p:cNvSpPr>
          <p:nvPr>
            <p:ph type="body" idx="5"/>
          </p:nvPr>
        </p:nvSpPr>
        <p:spPr>
          <a:xfrm>
            <a:off x="3315050" y="2882813"/>
            <a:ext cx="2439900" cy="1165200"/>
          </a:xfrm>
          <a:prstGeom prst="rect">
            <a:avLst/>
          </a:prstGeom>
        </p:spPr>
        <p:txBody>
          <a:bodyPr spcFirstLastPara="1" wrap="square" lIns="0" tIns="0" rIns="0" bIns="0" anchor="t" anchorCtr="0">
            <a:spAutoFit/>
          </a:bodyPr>
          <a:lstStyle>
            <a:lvl1pPr marL="457200" lvl="0" indent="-285750">
              <a:spcBef>
                <a:spcPts val="0"/>
              </a:spcBef>
              <a:spcAft>
                <a:spcPts val="0"/>
              </a:spcAft>
              <a:buSzPts val="900"/>
              <a:buFont typeface="Red Hat Display"/>
              <a:buChar char="●"/>
              <a:defRPr sz="900"/>
            </a:lvl1pPr>
            <a:lvl2pPr marL="914400" lvl="1" indent="-285750">
              <a:spcBef>
                <a:spcPts val="800"/>
              </a:spcBef>
              <a:spcAft>
                <a:spcPts val="0"/>
              </a:spcAft>
              <a:buSzPts val="900"/>
              <a:buFont typeface="Red Hat Display"/>
              <a:buChar char="○"/>
              <a:defRPr sz="900"/>
            </a:lvl2pPr>
            <a:lvl3pPr marL="1371600" lvl="2" indent="-285750">
              <a:spcBef>
                <a:spcPts val="800"/>
              </a:spcBef>
              <a:spcAft>
                <a:spcPts val="0"/>
              </a:spcAft>
              <a:buSzPts val="900"/>
              <a:buFont typeface="Red Hat Display"/>
              <a:buChar char="■"/>
              <a:defRPr sz="900"/>
            </a:lvl3pPr>
            <a:lvl4pPr marL="1828800" lvl="3" indent="-285750">
              <a:spcBef>
                <a:spcPts val="800"/>
              </a:spcBef>
              <a:spcAft>
                <a:spcPts val="0"/>
              </a:spcAft>
              <a:buSzPts val="900"/>
              <a:buFont typeface="Red Hat Display"/>
              <a:buChar char="●"/>
              <a:defRPr sz="900"/>
            </a:lvl4pPr>
            <a:lvl5pPr marL="2286000" lvl="4" indent="-285750">
              <a:spcBef>
                <a:spcPts val="800"/>
              </a:spcBef>
              <a:spcAft>
                <a:spcPts val="0"/>
              </a:spcAft>
              <a:buSzPts val="900"/>
              <a:buFont typeface="Red Hat Display"/>
              <a:buChar char="○"/>
              <a:defRPr sz="900"/>
            </a:lvl5pPr>
            <a:lvl6pPr marL="2743200" lvl="5" indent="-285750">
              <a:spcBef>
                <a:spcPts val="800"/>
              </a:spcBef>
              <a:spcAft>
                <a:spcPts val="0"/>
              </a:spcAft>
              <a:buSzPts val="900"/>
              <a:buFont typeface="Red Hat Display"/>
              <a:buChar char="■"/>
              <a:defRPr sz="900"/>
            </a:lvl6pPr>
            <a:lvl7pPr marL="3200400" lvl="6" indent="-285750">
              <a:spcBef>
                <a:spcPts val="800"/>
              </a:spcBef>
              <a:spcAft>
                <a:spcPts val="0"/>
              </a:spcAft>
              <a:buSzPts val="900"/>
              <a:buFont typeface="Red Hat Display"/>
              <a:buChar char="●"/>
              <a:defRPr sz="900"/>
            </a:lvl7pPr>
            <a:lvl8pPr marL="3657600" lvl="7" indent="-285750">
              <a:spcBef>
                <a:spcPts val="800"/>
              </a:spcBef>
              <a:spcAft>
                <a:spcPts val="0"/>
              </a:spcAft>
              <a:buSzPts val="900"/>
              <a:buFont typeface="Red Hat Display"/>
              <a:buChar char="○"/>
              <a:defRPr sz="900"/>
            </a:lvl8pPr>
            <a:lvl9pPr marL="4114800" lvl="8" indent="-285750">
              <a:spcBef>
                <a:spcPts val="800"/>
              </a:spcBef>
              <a:spcAft>
                <a:spcPts val="800"/>
              </a:spcAft>
              <a:buSzPts val="900"/>
              <a:buFont typeface="Red Hat Display"/>
              <a:buChar char="■"/>
              <a:defRPr sz="900"/>
            </a:lvl9pPr>
          </a:lstStyle>
          <a:p>
            <a:endParaRPr/>
          </a:p>
        </p:txBody>
      </p:sp>
      <p:sp>
        <p:nvSpPr>
          <p:cNvPr id="424" name="Google Shape;424;p30"/>
          <p:cNvSpPr txBox="1">
            <a:spLocks noGrp="1"/>
          </p:cNvSpPr>
          <p:nvPr>
            <p:ph type="body" idx="6"/>
          </p:nvPr>
        </p:nvSpPr>
        <p:spPr>
          <a:xfrm>
            <a:off x="351700" y="2882813"/>
            <a:ext cx="2439900" cy="1165200"/>
          </a:xfrm>
          <a:prstGeom prst="rect">
            <a:avLst/>
          </a:prstGeom>
        </p:spPr>
        <p:txBody>
          <a:bodyPr spcFirstLastPara="1" wrap="square" lIns="0" tIns="0" rIns="0" bIns="0" anchor="t" anchorCtr="0">
            <a:spAutoFit/>
          </a:bodyPr>
          <a:lstStyle>
            <a:lvl1pPr marL="457200" lvl="0" indent="-285750">
              <a:lnSpc>
                <a:spcPct val="115000"/>
              </a:lnSpc>
              <a:spcBef>
                <a:spcPts val="0"/>
              </a:spcBef>
              <a:spcAft>
                <a:spcPts val="0"/>
              </a:spcAft>
              <a:buClr>
                <a:schemeClr val="lt1"/>
              </a:buClr>
              <a:buSzPts val="900"/>
              <a:buFont typeface="Red Hat Display"/>
              <a:buChar char="●"/>
              <a:defRPr/>
            </a:lvl1pPr>
            <a:lvl2pPr marL="914400" lvl="1" indent="-285750">
              <a:lnSpc>
                <a:spcPct val="115000"/>
              </a:lnSpc>
              <a:spcBef>
                <a:spcPts val="1000"/>
              </a:spcBef>
              <a:spcAft>
                <a:spcPts val="0"/>
              </a:spcAft>
              <a:buClr>
                <a:schemeClr val="lt1"/>
              </a:buClr>
              <a:buSzPts val="900"/>
              <a:buFont typeface="Red Hat Display"/>
              <a:buChar char="○"/>
              <a:defRPr/>
            </a:lvl2pPr>
            <a:lvl3pPr marL="1371600" lvl="2" indent="-285750">
              <a:lnSpc>
                <a:spcPct val="115000"/>
              </a:lnSpc>
              <a:spcBef>
                <a:spcPts val="1000"/>
              </a:spcBef>
              <a:spcAft>
                <a:spcPts val="0"/>
              </a:spcAft>
              <a:buClr>
                <a:schemeClr val="lt1"/>
              </a:buClr>
              <a:buSzPts val="900"/>
              <a:buFont typeface="Red Hat Display"/>
              <a:buChar char="■"/>
              <a:defRPr/>
            </a:lvl3pPr>
            <a:lvl4pPr marL="1828800" lvl="3" indent="-285750">
              <a:lnSpc>
                <a:spcPct val="115000"/>
              </a:lnSpc>
              <a:spcBef>
                <a:spcPts val="1000"/>
              </a:spcBef>
              <a:spcAft>
                <a:spcPts val="0"/>
              </a:spcAft>
              <a:buClr>
                <a:schemeClr val="lt1"/>
              </a:buClr>
              <a:buSzPts val="900"/>
              <a:buFont typeface="Red Hat Display"/>
              <a:buChar char="●"/>
              <a:defRPr/>
            </a:lvl4pPr>
            <a:lvl5pPr marL="2286000" lvl="4" indent="-285750">
              <a:lnSpc>
                <a:spcPct val="115000"/>
              </a:lnSpc>
              <a:spcBef>
                <a:spcPts val="1000"/>
              </a:spcBef>
              <a:spcAft>
                <a:spcPts val="0"/>
              </a:spcAft>
              <a:buClr>
                <a:schemeClr val="lt1"/>
              </a:buClr>
              <a:buSzPts val="900"/>
              <a:buFont typeface="Red Hat Display"/>
              <a:buChar char="○"/>
              <a:defRPr/>
            </a:lvl5pPr>
            <a:lvl6pPr marL="2743200" lvl="5" indent="-285750">
              <a:lnSpc>
                <a:spcPct val="115000"/>
              </a:lnSpc>
              <a:spcBef>
                <a:spcPts val="1000"/>
              </a:spcBef>
              <a:spcAft>
                <a:spcPts val="0"/>
              </a:spcAft>
              <a:buClr>
                <a:schemeClr val="lt1"/>
              </a:buClr>
              <a:buSzPts val="900"/>
              <a:buFont typeface="Red Hat Display"/>
              <a:buChar char="■"/>
              <a:defRPr/>
            </a:lvl6pPr>
            <a:lvl7pPr marL="3200400" lvl="6" indent="-285750">
              <a:lnSpc>
                <a:spcPct val="115000"/>
              </a:lnSpc>
              <a:spcBef>
                <a:spcPts val="1000"/>
              </a:spcBef>
              <a:spcAft>
                <a:spcPts val="0"/>
              </a:spcAft>
              <a:buClr>
                <a:schemeClr val="lt1"/>
              </a:buClr>
              <a:buSzPts val="900"/>
              <a:buFont typeface="Red Hat Display"/>
              <a:buChar char="●"/>
              <a:defRPr/>
            </a:lvl7pPr>
            <a:lvl8pPr marL="3657600" lvl="7" indent="-285750">
              <a:lnSpc>
                <a:spcPct val="115000"/>
              </a:lnSpc>
              <a:spcBef>
                <a:spcPts val="1000"/>
              </a:spcBef>
              <a:spcAft>
                <a:spcPts val="0"/>
              </a:spcAft>
              <a:buClr>
                <a:schemeClr val="lt1"/>
              </a:buClr>
              <a:buSzPts val="900"/>
              <a:buFont typeface="Red Hat Display"/>
              <a:buChar char="○"/>
              <a:defRPr/>
            </a:lvl8pPr>
            <a:lvl9pPr marL="4114800" lvl="8" indent="-285750">
              <a:lnSpc>
                <a:spcPct val="115000"/>
              </a:lnSpc>
              <a:spcBef>
                <a:spcPts val="1000"/>
              </a:spcBef>
              <a:spcAft>
                <a:spcPts val="1000"/>
              </a:spcAft>
              <a:buClr>
                <a:schemeClr val="lt1"/>
              </a:buClr>
              <a:buSzPts val="900"/>
              <a:buFont typeface="Red Hat Display"/>
              <a:buChar char="■"/>
              <a:defRPr/>
            </a:lvl9pPr>
          </a:lstStyle>
          <a:p>
            <a:endParaRPr/>
          </a:p>
        </p:txBody>
      </p:sp>
      <p:sp>
        <p:nvSpPr>
          <p:cNvPr id="425" name="Google Shape;425;p30"/>
          <p:cNvSpPr txBox="1">
            <a:spLocks noGrp="1"/>
          </p:cNvSpPr>
          <p:nvPr>
            <p:ph type="body" idx="7"/>
          </p:nvPr>
        </p:nvSpPr>
        <p:spPr>
          <a:xfrm>
            <a:off x="6278400" y="2882813"/>
            <a:ext cx="2439900" cy="1165200"/>
          </a:xfrm>
          <a:prstGeom prst="rect">
            <a:avLst/>
          </a:prstGeom>
        </p:spPr>
        <p:txBody>
          <a:bodyPr spcFirstLastPara="1" wrap="square" lIns="0" tIns="0" rIns="0" bIns="0" anchor="t" anchorCtr="0">
            <a:spAutoFit/>
          </a:bodyPr>
          <a:lstStyle>
            <a:lvl1pPr marL="457200" lvl="0" indent="-285750">
              <a:lnSpc>
                <a:spcPct val="115000"/>
              </a:lnSpc>
              <a:spcBef>
                <a:spcPts val="0"/>
              </a:spcBef>
              <a:spcAft>
                <a:spcPts val="0"/>
              </a:spcAft>
              <a:buClr>
                <a:schemeClr val="lt1"/>
              </a:buClr>
              <a:buSzPts val="900"/>
              <a:buFont typeface="Red Hat Display"/>
              <a:buChar char="●"/>
              <a:defRPr/>
            </a:lvl1pPr>
            <a:lvl2pPr marL="914400" lvl="1" indent="-285750">
              <a:lnSpc>
                <a:spcPct val="115000"/>
              </a:lnSpc>
              <a:spcBef>
                <a:spcPts val="1000"/>
              </a:spcBef>
              <a:spcAft>
                <a:spcPts val="0"/>
              </a:spcAft>
              <a:buClr>
                <a:schemeClr val="lt1"/>
              </a:buClr>
              <a:buSzPts val="900"/>
              <a:buFont typeface="Red Hat Display"/>
              <a:buChar char="○"/>
              <a:defRPr/>
            </a:lvl2pPr>
            <a:lvl3pPr marL="1371600" lvl="2" indent="-285750">
              <a:lnSpc>
                <a:spcPct val="115000"/>
              </a:lnSpc>
              <a:spcBef>
                <a:spcPts val="1000"/>
              </a:spcBef>
              <a:spcAft>
                <a:spcPts val="0"/>
              </a:spcAft>
              <a:buClr>
                <a:schemeClr val="lt1"/>
              </a:buClr>
              <a:buSzPts val="900"/>
              <a:buFont typeface="Red Hat Display"/>
              <a:buChar char="■"/>
              <a:defRPr/>
            </a:lvl3pPr>
            <a:lvl4pPr marL="1828800" lvl="3" indent="-285750">
              <a:lnSpc>
                <a:spcPct val="115000"/>
              </a:lnSpc>
              <a:spcBef>
                <a:spcPts val="1000"/>
              </a:spcBef>
              <a:spcAft>
                <a:spcPts val="0"/>
              </a:spcAft>
              <a:buClr>
                <a:schemeClr val="lt1"/>
              </a:buClr>
              <a:buSzPts val="900"/>
              <a:buFont typeface="Red Hat Display"/>
              <a:buChar char="●"/>
              <a:defRPr/>
            </a:lvl4pPr>
            <a:lvl5pPr marL="2286000" lvl="4" indent="-285750">
              <a:lnSpc>
                <a:spcPct val="115000"/>
              </a:lnSpc>
              <a:spcBef>
                <a:spcPts val="1000"/>
              </a:spcBef>
              <a:spcAft>
                <a:spcPts val="0"/>
              </a:spcAft>
              <a:buClr>
                <a:schemeClr val="lt1"/>
              </a:buClr>
              <a:buSzPts val="900"/>
              <a:buFont typeface="Red Hat Display"/>
              <a:buChar char="○"/>
              <a:defRPr/>
            </a:lvl5pPr>
            <a:lvl6pPr marL="2743200" lvl="5" indent="-285750">
              <a:lnSpc>
                <a:spcPct val="115000"/>
              </a:lnSpc>
              <a:spcBef>
                <a:spcPts val="1000"/>
              </a:spcBef>
              <a:spcAft>
                <a:spcPts val="0"/>
              </a:spcAft>
              <a:buClr>
                <a:schemeClr val="lt1"/>
              </a:buClr>
              <a:buSzPts val="900"/>
              <a:buFont typeface="Red Hat Display"/>
              <a:buChar char="■"/>
              <a:defRPr/>
            </a:lvl6pPr>
            <a:lvl7pPr marL="3200400" lvl="6" indent="-285750">
              <a:lnSpc>
                <a:spcPct val="115000"/>
              </a:lnSpc>
              <a:spcBef>
                <a:spcPts val="1000"/>
              </a:spcBef>
              <a:spcAft>
                <a:spcPts val="0"/>
              </a:spcAft>
              <a:buClr>
                <a:schemeClr val="lt1"/>
              </a:buClr>
              <a:buSzPts val="900"/>
              <a:buFont typeface="Red Hat Display"/>
              <a:buChar char="●"/>
              <a:defRPr/>
            </a:lvl7pPr>
            <a:lvl8pPr marL="3657600" lvl="7" indent="-285750">
              <a:lnSpc>
                <a:spcPct val="115000"/>
              </a:lnSpc>
              <a:spcBef>
                <a:spcPts val="1000"/>
              </a:spcBef>
              <a:spcAft>
                <a:spcPts val="0"/>
              </a:spcAft>
              <a:buClr>
                <a:schemeClr val="lt1"/>
              </a:buClr>
              <a:buSzPts val="900"/>
              <a:buFont typeface="Red Hat Display"/>
              <a:buChar char="○"/>
              <a:defRPr/>
            </a:lvl8pPr>
            <a:lvl9pPr marL="4114800" lvl="8" indent="-285750">
              <a:lnSpc>
                <a:spcPct val="115000"/>
              </a:lnSpc>
              <a:spcBef>
                <a:spcPts val="1000"/>
              </a:spcBef>
              <a:spcAft>
                <a:spcPts val="1000"/>
              </a:spcAft>
              <a:buClr>
                <a:schemeClr val="lt1"/>
              </a:buClr>
              <a:buSzPts val="900"/>
              <a:buFont typeface="Red Hat Display"/>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highlights">
  <p:cSld name="CUSTOM_5_1">
    <p:spTree>
      <p:nvGrpSpPr>
        <p:cNvPr id="1" name="Shape 426"/>
        <p:cNvGrpSpPr/>
        <p:nvPr/>
      </p:nvGrpSpPr>
      <p:grpSpPr>
        <a:xfrm>
          <a:off x="0" y="0"/>
          <a:ext cx="0" cy="0"/>
          <a:chOff x="0" y="0"/>
          <a:chExt cx="0" cy="0"/>
        </a:xfrm>
      </p:grpSpPr>
      <p:sp>
        <p:nvSpPr>
          <p:cNvPr id="427" name="Google Shape;427;p31"/>
          <p:cNvSpPr/>
          <p:nvPr/>
        </p:nvSpPr>
        <p:spPr>
          <a:xfrm>
            <a:off x="225998" y="580123"/>
            <a:ext cx="253800" cy="276600"/>
          </a:xfrm>
          <a:prstGeom prst="snip2DiagRect">
            <a:avLst>
              <a:gd name="adj1" fmla="val 0"/>
              <a:gd name="adj2"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ed Hat Display"/>
              <a:ea typeface="Red Hat Display"/>
              <a:cs typeface="Red Hat Display"/>
              <a:sym typeface="Red Hat Display"/>
            </a:endParaRPr>
          </a:p>
        </p:txBody>
      </p:sp>
      <p:sp>
        <p:nvSpPr>
          <p:cNvPr id="428" name="Google Shape;428;p31"/>
          <p:cNvSpPr txBox="1">
            <a:spLocks noGrp="1"/>
          </p:cNvSpPr>
          <p:nvPr>
            <p:ph type="title"/>
          </p:nvPr>
        </p:nvSpPr>
        <p:spPr>
          <a:xfrm>
            <a:off x="609600" y="724825"/>
            <a:ext cx="40158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a:endParaRPr/>
          </a:p>
        </p:txBody>
      </p:sp>
      <p:sp>
        <p:nvSpPr>
          <p:cNvPr id="429" name="Google Shape;429;p31"/>
          <p:cNvSpPr txBox="1">
            <a:spLocks noGrp="1"/>
          </p:cNvSpPr>
          <p:nvPr>
            <p:ph type="subTitle" idx="1"/>
          </p:nvPr>
        </p:nvSpPr>
        <p:spPr>
          <a:xfrm>
            <a:off x="609600" y="457200"/>
            <a:ext cx="4015800" cy="264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a:endParaRPr/>
          </a:p>
        </p:txBody>
      </p:sp>
      <p:sp>
        <p:nvSpPr>
          <p:cNvPr id="430" name="Google Shape;430;p31"/>
          <p:cNvSpPr txBox="1">
            <a:spLocks noGrp="1"/>
          </p:cNvSpPr>
          <p:nvPr>
            <p:ph type="subTitle" idx="2"/>
          </p:nvPr>
        </p:nvSpPr>
        <p:spPr>
          <a:xfrm>
            <a:off x="637000" y="1820550"/>
            <a:ext cx="702300" cy="7761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431" name="Google Shape;431;p31"/>
          <p:cNvSpPr txBox="1">
            <a:spLocks noGrp="1"/>
          </p:cNvSpPr>
          <p:nvPr>
            <p:ph type="subTitle" idx="3"/>
          </p:nvPr>
        </p:nvSpPr>
        <p:spPr>
          <a:xfrm>
            <a:off x="637000" y="3294325"/>
            <a:ext cx="702300" cy="7761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432" name="Google Shape;432;p31"/>
          <p:cNvSpPr txBox="1">
            <a:spLocks noGrp="1"/>
          </p:cNvSpPr>
          <p:nvPr>
            <p:ph type="subTitle" idx="4"/>
          </p:nvPr>
        </p:nvSpPr>
        <p:spPr>
          <a:xfrm>
            <a:off x="5028175" y="1820550"/>
            <a:ext cx="702300" cy="776100"/>
          </a:xfrm>
          <a:prstGeom prst="rect">
            <a:avLst/>
          </a:prstGeom>
        </p:spPr>
        <p:txBody>
          <a:bodyPr spcFirstLastPara="1" wrap="square" lIns="0" tIns="0" rIns="0" bIns="0" anchor="ctr" anchorCtr="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3" name="Google Shape;433;p31"/>
          <p:cNvSpPr txBox="1">
            <a:spLocks noGrp="1"/>
          </p:cNvSpPr>
          <p:nvPr>
            <p:ph type="subTitle" idx="5"/>
          </p:nvPr>
        </p:nvSpPr>
        <p:spPr>
          <a:xfrm>
            <a:off x="5028175" y="3294325"/>
            <a:ext cx="702300" cy="7761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a:endParaRPr/>
          </a:p>
        </p:txBody>
      </p:sp>
      <p:sp>
        <p:nvSpPr>
          <p:cNvPr id="434" name="Google Shape;434;p31"/>
          <p:cNvSpPr txBox="1">
            <a:spLocks noGrp="1"/>
          </p:cNvSpPr>
          <p:nvPr>
            <p:ph type="subTitle" idx="6"/>
          </p:nvPr>
        </p:nvSpPr>
        <p:spPr>
          <a:xfrm>
            <a:off x="1546000" y="1807825"/>
            <a:ext cx="24777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a:endParaRPr/>
          </a:p>
        </p:txBody>
      </p:sp>
      <p:sp>
        <p:nvSpPr>
          <p:cNvPr id="435" name="Google Shape;435;p31"/>
          <p:cNvSpPr txBox="1">
            <a:spLocks noGrp="1"/>
          </p:cNvSpPr>
          <p:nvPr>
            <p:ph type="subTitle" idx="7"/>
          </p:nvPr>
        </p:nvSpPr>
        <p:spPr>
          <a:xfrm>
            <a:off x="1546000" y="3288350"/>
            <a:ext cx="24777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a:endParaRPr/>
          </a:p>
        </p:txBody>
      </p:sp>
      <p:sp>
        <p:nvSpPr>
          <p:cNvPr id="436" name="Google Shape;436;p31"/>
          <p:cNvSpPr txBox="1">
            <a:spLocks noGrp="1"/>
          </p:cNvSpPr>
          <p:nvPr>
            <p:ph type="subTitle" idx="8"/>
          </p:nvPr>
        </p:nvSpPr>
        <p:spPr>
          <a:xfrm>
            <a:off x="5937175" y="1807825"/>
            <a:ext cx="24777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a:endParaRPr/>
          </a:p>
        </p:txBody>
      </p:sp>
      <p:sp>
        <p:nvSpPr>
          <p:cNvPr id="437" name="Google Shape;437;p31"/>
          <p:cNvSpPr txBox="1">
            <a:spLocks noGrp="1"/>
          </p:cNvSpPr>
          <p:nvPr>
            <p:ph type="subTitle" idx="9"/>
          </p:nvPr>
        </p:nvSpPr>
        <p:spPr>
          <a:xfrm>
            <a:off x="5937175" y="3288350"/>
            <a:ext cx="2477700" cy="587700"/>
          </a:xfrm>
          <a:prstGeom prst="rect">
            <a:avLst/>
          </a:prstGeom>
        </p:spPr>
        <p:txBody>
          <a:bodyPr spcFirstLastPara="1" wrap="square" lIns="0" tIns="0" rIns="91425" bIns="91425" anchor="t" anchorCtr="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 Black">
  <p:cSld name="BLANK_1_1_1_1_1_1">
    <p:spTree>
      <p:nvGrpSpPr>
        <p:cNvPr id="1" name="Shape 438"/>
        <p:cNvGrpSpPr/>
        <p:nvPr/>
      </p:nvGrpSpPr>
      <p:grpSpPr>
        <a:xfrm>
          <a:off x="0" y="0"/>
          <a:ext cx="0" cy="0"/>
          <a:chOff x="0" y="0"/>
          <a:chExt cx="0" cy="0"/>
        </a:xfrm>
      </p:grpSpPr>
      <p:cxnSp>
        <p:nvCxnSpPr>
          <p:cNvPr id="439" name="Google Shape;439;p32"/>
          <p:cNvCxnSpPr/>
          <p:nvPr/>
        </p:nvCxnSpPr>
        <p:spPr>
          <a:xfrm>
            <a:off x="3518300" y="712833"/>
            <a:ext cx="5617500" cy="0"/>
          </a:xfrm>
          <a:prstGeom prst="straightConnector1">
            <a:avLst/>
          </a:prstGeom>
          <a:noFill/>
          <a:ln w="9525" cap="flat" cmpd="sng">
            <a:solidFill>
              <a:schemeClr val="accent5"/>
            </a:solidFill>
            <a:prstDash val="solid"/>
            <a:round/>
            <a:headEnd type="none" w="med" len="med"/>
            <a:tailEnd type="none" w="med" len="med"/>
          </a:ln>
        </p:spPr>
      </p:cxnSp>
      <p:cxnSp>
        <p:nvCxnSpPr>
          <p:cNvPr id="440" name="Google Shape;440;p32"/>
          <p:cNvCxnSpPr>
            <a:stCxn id="441" idx="1"/>
            <a:endCxn id="442" idx="3"/>
          </p:cNvCxnSpPr>
          <p:nvPr/>
        </p:nvCxnSpPr>
        <p:spPr>
          <a:xfrm>
            <a:off x="2641916" y="1598375"/>
            <a:ext cx="0" cy="1332300"/>
          </a:xfrm>
          <a:prstGeom prst="straightConnector1">
            <a:avLst/>
          </a:prstGeom>
          <a:noFill/>
          <a:ln w="9525" cap="flat" cmpd="sng">
            <a:solidFill>
              <a:schemeClr val="accent5"/>
            </a:solidFill>
            <a:prstDash val="solid"/>
            <a:round/>
            <a:headEnd type="none" w="med" len="med"/>
            <a:tailEnd type="none" w="med" len="med"/>
          </a:ln>
        </p:spPr>
      </p:cxnSp>
      <p:cxnSp>
        <p:nvCxnSpPr>
          <p:cNvPr id="443" name="Google Shape;443;p32"/>
          <p:cNvCxnSpPr/>
          <p:nvPr/>
        </p:nvCxnSpPr>
        <p:spPr>
          <a:xfrm rot="10800000">
            <a:off x="-19425" y="711675"/>
            <a:ext cx="936600" cy="936600"/>
          </a:xfrm>
          <a:prstGeom prst="straightConnector1">
            <a:avLst/>
          </a:prstGeom>
          <a:noFill/>
          <a:ln w="9525" cap="flat" cmpd="sng">
            <a:solidFill>
              <a:schemeClr val="accent5"/>
            </a:solidFill>
            <a:prstDash val="solid"/>
            <a:round/>
            <a:headEnd type="none" w="med" len="med"/>
            <a:tailEnd type="none" w="med" len="med"/>
          </a:ln>
        </p:spPr>
      </p:cxnSp>
      <p:cxnSp>
        <p:nvCxnSpPr>
          <p:cNvPr id="444" name="Google Shape;444;p32"/>
          <p:cNvCxnSpPr/>
          <p:nvPr/>
        </p:nvCxnSpPr>
        <p:spPr>
          <a:xfrm rot="10800000">
            <a:off x="1464900" y="-8025"/>
            <a:ext cx="958800" cy="958800"/>
          </a:xfrm>
          <a:prstGeom prst="straightConnector1">
            <a:avLst/>
          </a:prstGeom>
          <a:noFill/>
          <a:ln w="9525" cap="flat" cmpd="sng">
            <a:solidFill>
              <a:schemeClr val="accent5"/>
            </a:solidFill>
            <a:prstDash val="solid"/>
            <a:round/>
            <a:headEnd type="none" w="med" len="med"/>
            <a:tailEnd type="none" w="med" len="med"/>
          </a:ln>
        </p:spPr>
      </p:cxnSp>
      <p:sp>
        <p:nvSpPr>
          <p:cNvPr id="441" name="Google Shape;441;p32"/>
          <p:cNvSpPr/>
          <p:nvPr/>
        </p:nvSpPr>
        <p:spPr>
          <a:xfrm flipH="1">
            <a:off x="1761266" y="-614125"/>
            <a:ext cx="1761300" cy="22125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cxnSp>
        <p:nvCxnSpPr>
          <p:cNvPr id="445" name="Google Shape;445;p32"/>
          <p:cNvCxnSpPr/>
          <p:nvPr/>
        </p:nvCxnSpPr>
        <p:spPr>
          <a:xfrm rot="10800000">
            <a:off x="709975" y="3201569"/>
            <a:ext cx="1758300" cy="1758300"/>
          </a:xfrm>
          <a:prstGeom prst="straightConnector1">
            <a:avLst/>
          </a:prstGeom>
          <a:noFill/>
          <a:ln w="9525" cap="flat" cmpd="sng">
            <a:solidFill>
              <a:schemeClr val="accent5"/>
            </a:solidFill>
            <a:prstDash val="solid"/>
            <a:round/>
            <a:headEnd type="none" w="med" len="med"/>
            <a:tailEnd type="none" w="med" len="med"/>
          </a:ln>
        </p:spPr>
      </p:cxnSp>
      <p:sp>
        <p:nvSpPr>
          <p:cNvPr id="442" name="Google Shape;442;p32"/>
          <p:cNvSpPr/>
          <p:nvPr/>
        </p:nvSpPr>
        <p:spPr>
          <a:xfrm>
            <a:off x="1761265" y="2930748"/>
            <a:ext cx="1761300" cy="22125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cxnSp>
        <p:nvCxnSpPr>
          <p:cNvPr id="446" name="Google Shape;446;p32"/>
          <p:cNvCxnSpPr/>
          <p:nvPr/>
        </p:nvCxnSpPr>
        <p:spPr>
          <a:xfrm rot="10800000" flipH="1">
            <a:off x="-23900" y="3541825"/>
            <a:ext cx="1163100" cy="1163100"/>
          </a:xfrm>
          <a:prstGeom prst="straightConnector1">
            <a:avLst/>
          </a:prstGeom>
          <a:noFill/>
          <a:ln w="9525" cap="flat" cmpd="sng">
            <a:solidFill>
              <a:schemeClr val="accent5"/>
            </a:solidFill>
            <a:prstDash val="solid"/>
            <a:round/>
            <a:headEnd type="none" w="med" len="med"/>
            <a:tailEnd type="none" w="med" len="med"/>
          </a:ln>
        </p:spPr>
      </p:cxnSp>
      <p:sp>
        <p:nvSpPr>
          <p:cNvPr id="447" name="Google Shape;447;p32"/>
          <p:cNvSpPr/>
          <p:nvPr/>
        </p:nvSpPr>
        <p:spPr>
          <a:xfrm flipH="1">
            <a:off x="-34" y="1598375"/>
            <a:ext cx="1761300" cy="2212500"/>
          </a:xfrm>
          <a:prstGeom prst="snip2DiagRect">
            <a:avLst>
              <a:gd name="adj1" fmla="val 0"/>
              <a:gd name="adj2"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48" name="Google Shape;448;p32"/>
          <p:cNvSpPr txBox="1">
            <a:spLocks noGrp="1"/>
          </p:cNvSpPr>
          <p:nvPr>
            <p:ph type="subTitle" idx="1"/>
          </p:nvPr>
        </p:nvSpPr>
        <p:spPr>
          <a:xfrm>
            <a:off x="3948800" y="2677300"/>
            <a:ext cx="4966500" cy="20064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49" name="Google Shape;449;p32"/>
          <p:cNvSpPr txBox="1">
            <a:spLocks noGrp="1"/>
          </p:cNvSpPr>
          <p:nvPr>
            <p:ph type="title"/>
          </p:nvPr>
        </p:nvSpPr>
        <p:spPr>
          <a:xfrm>
            <a:off x="3948800" y="1956950"/>
            <a:ext cx="4966500" cy="587700"/>
          </a:xfrm>
          <a:prstGeom prst="rect">
            <a:avLst/>
          </a:prstGeom>
        </p:spPr>
        <p:txBody>
          <a:bodyPr spcFirstLastPara="1" wrap="square" lIns="0" tIns="91425" rIns="91425" bIns="0" anchor="b" anchorCtr="0">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 Green">
  <p:cSld name="BLANK_1_1_1_1_1_1_2">
    <p:bg>
      <p:bgPr>
        <a:solidFill>
          <a:schemeClr val="accent5"/>
        </a:solidFill>
        <a:effectLst/>
      </p:bgPr>
    </p:bg>
    <p:spTree>
      <p:nvGrpSpPr>
        <p:cNvPr id="1" name="Shape 450"/>
        <p:cNvGrpSpPr/>
        <p:nvPr/>
      </p:nvGrpSpPr>
      <p:grpSpPr>
        <a:xfrm>
          <a:off x="0" y="0"/>
          <a:ext cx="0" cy="0"/>
          <a:chOff x="0" y="0"/>
          <a:chExt cx="0" cy="0"/>
        </a:xfrm>
      </p:grpSpPr>
      <p:cxnSp>
        <p:nvCxnSpPr>
          <p:cNvPr id="451" name="Google Shape;451;p33"/>
          <p:cNvCxnSpPr/>
          <p:nvPr/>
        </p:nvCxnSpPr>
        <p:spPr>
          <a:xfrm>
            <a:off x="3518300" y="712833"/>
            <a:ext cx="5617500" cy="0"/>
          </a:xfrm>
          <a:prstGeom prst="straightConnector1">
            <a:avLst/>
          </a:prstGeom>
          <a:noFill/>
          <a:ln w="9525" cap="flat" cmpd="sng">
            <a:solidFill>
              <a:schemeClr val="accent4"/>
            </a:solidFill>
            <a:prstDash val="solid"/>
            <a:round/>
            <a:headEnd type="none" w="med" len="med"/>
            <a:tailEnd type="none" w="med" len="med"/>
          </a:ln>
        </p:spPr>
      </p:cxnSp>
      <p:cxnSp>
        <p:nvCxnSpPr>
          <p:cNvPr id="452" name="Google Shape;452;p33"/>
          <p:cNvCxnSpPr>
            <a:stCxn id="453" idx="1"/>
            <a:endCxn id="454" idx="3"/>
          </p:cNvCxnSpPr>
          <p:nvPr/>
        </p:nvCxnSpPr>
        <p:spPr>
          <a:xfrm>
            <a:off x="2641916" y="1598375"/>
            <a:ext cx="0" cy="1332300"/>
          </a:xfrm>
          <a:prstGeom prst="straightConnector1">
            <a:avLst/>
          </a:prstGeom>
          <a:noFill/>
          <a:ln w="9525" cap="flat" cmpd="sng">
            <a:solidFill>
              <a:schemeClr val="accent4"/>
            </a:solidFill>
            <a:prstDash val="solid"/>
            <a:round/>
            <a:headEnd type="none" w="med" len="med"/>
            <a:tailEnd type="none" w="med" len="med"/>
          </a:ln>
        </p:spPr>
      </p:cxnSp>
      <p:cxnSp>
        <p:nvCxnSpPr>
          <p:cNvPr id="455" name="Google Shape;455;p33"/>
          <p:cNvCxnSpPr/>
          <p:nvPr/>
        </p:nvCxnSpPr>
        <p:spPr>
          <a:xfrm rot="10800000">
            <a:off x="-19425" y="711675"/>
            <a:ext cx="936600" cy="936600"/>
          </a:xfrm>
          <a:prstGeom prst="straightConnector1">
            <a:avLst/>
          </a:prstGeom>
          <a:noFill/>
          <a:ln w="9525" cap="flat" cmpd="sng">
            <a:solidFill>
              <a:schemeClr val="accent4"/>
            </a:solidFill>
            <a:prstDash val="solid"/>
            <a:round/>
            <a:headEnd type="none" w="med" len="med"/>
            <a:tailEnd type="none" w="med" len="med"/>
          </a:ln>
        </p:spPr>
      </p:cxnSp>
      <p:cxnSp>
        <p:nvCxnSpPr>
          <p:cNvPr id="456" name="Google Shape;456;p33"/>
          <p:cNvCxnSpPr/>
          <p:nvPr/>
        </p:nvCxnSpPr>
        <p:spPr>
          <a:xfrm rot="10800000">
            <a:off x="1464900" y="-8025"/>
            <a:ext cx="958800" cy="958800"/>
          </a:xfrm>
          <a:prstGeom prst="straightConnector1">
            <a:avLst/>
          </a:prstGeom>
          <a:noFill/>
          <a:ln w="9525" cap="flat" cmpd="sng">
            <a:solidFill>
              <a:schemeClr val="accent4"/>
            </a:solidFill>
            <a:prstDash val="solid"/>
            <a:round/>
            <a:headEnd type="none" w="med" len="med"/>
            <a:tailEnd type="none" w="med" len="med"/>
          </a:ln>
        </p:spPr>
      </p:cxnSp>
      <p:sp>
        <p:nvSpPr>
          <p:cNvPr id="453" name="Google Shape;453;p33"/>
          <p:cNvSpPr/>
          <p:nvPr/>
        </p:nvSpPr>
        <p:spPr>
          <a:xfrm flipH="1">
            <a:off x="1761266" y="-614125"/>
            <a:ext cx="1761300" cy="22125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cxnSp>
        <p:nvCxnSpPr>
          <p:cNvPr id="457" name="Google Shape;457;p33"/>
          <p:cNvCxnSpPr/>
          <p:nvPr/>
        </p:nvCxnSpPr>
        <p:spPr>
          <a:xfrm rot="10800000">
            <a:off x="709975" y="3201569"/>
            <a:ext cx="1758300" cy="1758300"/>
          </a:xfrm>
          <a:prstGeom prst="straightConnector1">
            <a:avLst/>
          </a:prstGeom>
          <a:noFill/>
          <a:ln w="9525" cap="flat" cmpd="sng">
            <a:solidFill>
              <a:schemeClr val="accent4"/>
            </a:solidFill>
            <a:prstDash val="solid"/>
            <a:round/>
            <a:headEnd type="none" w="med" len="med"/>
            <a:tailEnd type="none" w="med" len="med"/>
          </a:ln>
        </p:spPr>
      </p:cxnSp>
      <p:sp>
        <p:nvSpPr>
          <p:cNvPr id="454" name="Google Shape;454;p33"/>
          <p:cNvSpPr/>
          <p:nvPr/>
        </p:nvSpPr>
        <p:spPr>
          <a:xfrm>
            <a:off x="1761265" y="2930748"/>
            <a:ext cx="1761300" cy="2212500"/>
          </a:xfrm>
          <a:prstGeom prst="snip2DiagRect">
            <a:avLst>
              <a:gd name="adj1" fmla="val 0"/>
              <a:gd name="adj2"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cxnSp>
        <p:nvCxnSpPr>
          <p:cNvPr id="458" name="Google Shape;458;p33"/>
          <p:cNvCxnSpPr/>
          <p:nvPr/>
        </p:nvCxnSpPr>
        <p:spPr>
          <a:xfrm rot="10800000" flipH="1">
            <a:off x="-23900" y="3541825"/>
            <a:ext cx="1163100" cy="1163100"/>
          </a:xfrm>
          <a:prstGeom prst="straightConnector1">
            <a:avLst/>
          </a:prstGeom>
          <a:noFill/>
          <a:ln w="9525" cap="flat" cmpd="sng">
            <a:solidFill>
              <a:schemeClr val="accent4"/>
            </a:solidFill>
            <a:prstDash val="solid"/>
            <a:round/>
            <a:headEnd type="none" w="med" len="med"/>
            <a:tailEnd type="none" w="med" len="med"/>
          </a:ln>
        </p:spPr>
      </p:cxnSp>
      <p:sp>
        <p:nvSpPr>
          <p:cNvPr id="459" name="Google Shape;459;p33"/>
          <p:cNvSpPr/>
          <p:nvPr/>
        </p:nvSpPr>
        <p:spPr>
          <a:xfrm flipH="1">
            <a:off x="-34" y="1598375"/>
            <a:ext cx="1761300" cy="2212500"/>
          </a:xfrm>
          <a:prstGeom prst="snip2DiagRect">
            <a:avLst>
              <a:gd name="adj1" fmla="val 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60" name="Google Shape;460;p33"/>
          <p:cNvSpPr txBox="1">
            <a:spLocks noGrp="1"/>
          </p:cNvSpPr>
          <p:nvPr>
            <p:ph type="subTitle" idx="1"/>
          </p:nvPr>
        </p:nvSpPr>
        <p:spPr>
          <a:xfrm>
            <a:off x="3948800" y="2677301"/>
            <a:ext cx="4941000" cy="19299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61" name="Google Shape;461;p33"/>
          <p:cNvSpPr txBox="1">
            <a:spLocks noGrp="1"/>
          </p:cNvSpPr>
          <p:nvPr>
            <p:ph type="title"/>
          </p:nvPr>
        </p:nvSpPr>
        <p:spPr>
          <a:xfrm>
            <a:off x="3948800" y="1956950"/>
            <a:ext cx="4966500" cy="587700"/>
          </a:xfrm>
          <a:prstGeom prst="rect">
            <a:avLst/>
          </a:prstGeom>
        </p:spPr>
        <p:txBody>
          <a:bodyPr spcFirstLastPara="1" wrap="square" lIns="0" tIns="91425" rIns="91425" bIns="0" anchor="b" anchorCtr="0">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Agenda w/ description">
  <p:cSld name="BLANK_1_1_1_1_1_1_1_1_1_1_1">
    <p:spTree>
      <p:nvGrpSpPr>
        <p:cNvPr id="1" name="Shape 462"/>
        <p:cNvGrpSpPr/>
        <p:nvPr/>
      </p:nvGrpSpPr>
      <p:grpSpPr>
        <a:xfrm>
          <a:off x="0" y="0"/>
          <a:ext cx="0" cy="0"/>
          <a:chOff x="0" y="0"/>
          <a:chExt cx="0" cy="0"/>
        </a:xfrm>
      </p:grpSpPr>
      <p:sp>
        <p:nvSpPr>
          <p:cNvPr id="463" name="Google Shape;463;p34"/>
          <p:cNvSpPr txBox="1">
            <a:spLocks noGrp="1"/>
          </p:cNvSpPr>
          <p:nvPr>
            <p:ph type="subTitle" idx="1"/>
          </p:nvPr>
        </p:nvSpPr>
        <p:spPr>
          <a:xfrm>
            <a:off x="4782025" y="1731500"/>
            <a:ext cx="19269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64" name="Google Shape;464;p34"/>
          <p:cNvSpPr txBox="1">
            <a:spLocks noGrp="1"/>
          </p:cNvSpPr>
          <p:nvPr>
            <p:ph type="title"/>
          </p:nvPr>
        </p:nvSpPr>
        <p:spPr>
          <a:xfrm>
            <a:off x="1392601" y="836575"/>
            <a:ext cx="32052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a:endParaRPr/>
          </a:p>
        </p:txBody>
      </p:sp>
      <p:sp>
        <p:nvSpPr>
          <p:cNvPr id="465" name="Google Shape;465;p34"/>
          <p:cNvSpPr/>
          <p:nvPr/>
        </p:nvSpPr>
        <p:spPr>
          <a:xfrm>
            <a:off x="1" y="1262825"/>
            <a:ext cx="1187700" cy="12936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66" name="Google Shape;466;p34"/>
          <p:cNvSpPr/>
          <p:nvPr/>
        </p:nvSpPr>
        <p:spPr>
          <a:xfrm>
            <a:off x="1" y="2556277"/>
            <a:ext cx="1187700" cy="12936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67" name="Google Shape;467;p34"/>
          <p:cNvSpPr/>
          <p:nvPr/>
        </p:nvSpPr>
        <p:spPr>
          <a:xfrm>
            <a:off x="1" y="3849830"/>
            <a:ext cx="1187700" cy="12936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68" name="Google Shape;468;p34"/>
          <p:cNvSpPr/>
          <p:nvPr/>
        </p:nvSpPr>
        <p:spPr>
          <a:xfrm>
            <a:off x="0" y="0"/>
            <a:ext cx="1187700" cy="12627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69" name="Google Shape;469;p34"/>
          <p:cNvSpPr txBox="1">
            <a:spLocks noGrp="1"/>
          </p:cNvSpPr>
          <p:nvPr>
            <p:ph type="subTitle" idx="2"/>
          </p:nvPr>
        </p:nvSpPr>
        <p:spPr>
          <a:xfrm>
            <a:off x="4944882" y="1875150"/>
            <a:ext cx="15849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70" name="Google Shape;470;p34"/>
          <p:cNvSpPr txBox="1">
            <a:spLocks noGrp="1"/>
          </p:cNvSpPr>
          <p:nvPr>
            <p:ph type="subTitle" idx="3"/>
          </p:nvPr>
        </p:nvSpPr>
        <p:spPr>
          <a:xfrm>
            <a:off x="4782025" y="2682477"/>
            <a:ext cx="1926900" cy="3015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71" name="Google Shape;471;p34"/>
          <p:cNvSpPr txBox="1">
            <a:spLocks noGrp="1"/>
          </p:cNvSpPr>
          <p:nvPr>
            <p:ph type="subTitle" idx="4"/>
          </p:nvPr>
        </p:nvSpPr>
        <p:spPr>
          <a:xfrm>
            <a:off x="4944882" y="2826125"/>
            <a:ext cx="15849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72" name="Google Shape;472;p34"/>
          <p:cNvSpPr txBox="1">
            <a:spLocks noGrp="1"/>
          </p:cNvSpPr>
          <p:nvPr>
            <p:ph type="subTitle" idx="5"/>
          </p:nvPr>
        </p:nvSpPr>
        <p:spPr>
          <a:xfrm>
            <a:off x="4782025" y="3628000"/>
            <a:ext cx="19269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73" name="Google Shape;473;p34"/>
          <p:cNvSpPr txBox="1">
            <a:spLocks noGrp="1"/>
          </p:cNvSpPr>
          <p:nvPr>
            <p:ph type="subTitle" idx="6"/>
          </p:nvPr>
        </p:nvSpPr>
        <p:spPr>
          <a:xfrm>
            <a:off x="4944882" y="3771650"/>
            <a:ext cx="15849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74" name="Google Shape;474;p34"/>
          <p:cNvSpPr txBox="1">
            <a:spLocks noGrp="1"/>
          </p:cNvSpPr>
          <p:nvPr>
            <p:ph type="subTitle" idx="7"/>
          </p:nvPr>
        </p:nvSpPr>
        <p:spPr>
          <a:xfrm>
            <a:off x="7123375" y="1731500"/>
            <a:ext cx="17478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75" name="Google Shape;475;p34"/>
          <p:cNvSpPr txBox="1">
            <a:spLocks noGrp="1"/>
          </p:cNvSpPr>
          <p:nvPr>
            <p:ph type="subTitle" idx="8"/>
          </p:nvPr>
        </p:nvSpPr>
        <p:spPr>
          <a:xfrm>
            <a:off x="7278029" y="1875150"/>
            <a:ext cx="16374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76" name="Google Shape;476;p34"/>
          <p:cNvSpPr txBox="1">
            <a:spLocks noGrp="1"/>
          </p:cNvSpPr>
          <p:nvPr>
            <p:ph type="subTitle" idx="9"/>
          </p:nvPr>
        </p:nvSpPr>
        <p:spPr>
          <a:xfrm>
            <a:off x="7123375" y="2682477"/>
            <a:ext cx="17478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77" name="Google Shape;477;p34"/>
          <p:cNvSpPr txBox="1">
            <a:spLocks noGrp="1"/>
          </p:cNvSpPr>
          <p:nvPr>
            <p:ph type="subTitle" idx="13"/>
          </p:nvPr>
        </p:nvSpPr>
        <p:spPr>
          <a:xfrm>
            <a:off x="7278029" y="2826127"/>
            <a:ext cx="16374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78" name="Google Shape;478;p34"/>
          <p:cNvSpPr txBox="1">
            <a:spLocks noGrp="1"/>
          </p:cNvSpPr>
          <p:nvPr>
            <p:ph type="subTitle" idx="14"/>
          </p:nvPr>
        </p:nvSpPr>
        <p:spPr>
          <a:xfrm>
            <a:off x="7123375" y="3628000"/>
            <a:ext cx="17478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79" name="Google Shape;479;p34"/>
          <p:cNvSpPr txBox="1">
            <a:spLocks noGrp="1"/>
          </p:cNvSpPr>
          <p:nvPr>
            <p:ph type="subTitle" idx="15"/>
          </p:nvPr>
        </p:nvSpPr>
        <p:spPr>
          <a:xfrm>
            <a:off x="7278029" y="3771650"/>
            <a:ext cx="16374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genda">
  <p:cSld name="BLANK_1_1_1_1_1_1_1_1_1_1_1_2">
    <p:spTree>
      <p:nvGrpSpPr>
        <p:cNvPr id="1" name="Shape 480"/>
        <p:cNvGrpSpPr/>
        <p:nvPr/>
      </p:nvGrpSpPr>
      <p:grpSpPr>
        <a:xfrm>
          <a:off x="0" y="0"/>
          <a:ext cx="0" cy="0"/>
          <a:chOff x="0" y="0"/>
          <a:chExt cx="0" cy="0"/>
        </a:xfrm>
      </p:grpSpPr>
      <p:sp>
        <p:nvSpPr>
          <p:cNvPr id="481" name="Google Shape;481;p35"/>
          <p:cNvSpPr txBox="1">
            <a:spLocks noGrp="1"/>
          </p:cNvSpPr>
          <p:nvPr>
            <p:ph type="subTitle" idx="1"/>
          </p:nvPr>
        </p:nvSpPr>
        <p:spPr>
          <a:xfrm>
            <a:off x="5711285" y="1731500"/>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82" name="Google Shape;482;p35"/>
          <p:cNvSpPr txBox="1">
            <a:spLocks noGrp="1"/>
          </p:cNvSpPr>
          <p:nvPr>
            <p:ph type="title"/>
          </p:nvPr>
        </p:nvSpPr>
        <p:spPr>
          <a:xfrm>
            <a:off x="1392601" y="836575"/>
            <a:ext cx="32052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a:endParaRPr/>
          </a:p>
        </p:txBody>
      </p:sp>
      <p:sp>
        <p:nvSpPr>
          <p:cNvPr id="483" name="Google Shape;483;p35"/>
          <p:cNvSpPr/>
          <p:nvPr/>
        </p:nvSpPr>
        <p:spPr>
          <a:xfrm>
            <a:off x="1" y="1262825"/>
            <a:ext cx="1187700" cy="12936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84" name="Google Shape;484;p35"/>
          <p:cNvSpPr/>
          <p:nvPr/>
        </p:nvSpPr>
        <p:spPr>
          <a:xfrm>
            <a:off x="1" y="2556277"/>
            <a:ext cx="1187700" cy="12936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85" name="Google Shape;485;p35"/>
          <p:cNvSpPr/>
          <p:nvPr/>
        </p:nvSpPr>
        <p:spPr>
          <a:xfrm>
            <a:off x="1" y="3849830"/>
            <a:ext cx="1187700" cy="12936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86" name="Google Shape;486;p35"/>
          <p:cNvSpPr/>
          <p:nvPr/>
        </p:nvSpPr>
        <p:spPr>
          <a:xfrm>
            <a:off x="0" y="0"/>
            <a:ext cx="1187700" cy="1262700"/>
          </a:xfrm>
          <a:prstGeom prst="snip2DiagRect">
            <a:avLst>
              <a:gd name="adj1" fmla="val 0"/>
              <a:gd name="adj2" fmla="val 50000"/>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87" name="Google Shape;487;p35"/>
          <p:cNvSpPr txBox="1">
            <a:spLocks noGrp="1"/>
          </p:cNvSpPr>
          <p:nvPr>
            <p:ph type="subTitle" idx="2"/>
          </p:nvPr>
        </p:nvSpPr>
        <p:spPr>
          <a:xfrm>
            <a:off x="5711285" y="2250475"/>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88" name="Google Shape;488;p35"/>
          <p:cNvSpPr txBox="1">
            <a:spLocks noGrp="1"/>
          </p:cNvSpPr>
          <p:nvPr>
            <p:ph type="subTitle" idx="3"/>
          </p:nvPr>
        </p:nvSpPr>
        <p:spPr>
          <a:xfrm>
            <a:off x="5711285" y="2769450"/>
            <a:ext cx="2846700" cy="301500"/>
          </a:xfrm>
          <a:prstGeom prst="rect">
            <a:avLst/>
          </a:prstGeom>
        </p:spPr>
        <p:txBody>
          <a:bodyPr spcFirstLastPara="1" wrap="square" lIns="91425" tIns="91425" rIns="91425" bIns="91425" anchor="b" anchorCtr="0">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a:endParaRPr/>
          </a:p>
        </p:txBody>
      </p:sp>
      <p:sp>
        <p:nvSpPr>
          <p:cNvPr id="489" name="Google Shape;489;p35"/>
          <p:cNvSpPr txBox="1">
            <a:spLocks noGrp="1"/>
          </p:cNvSpPr>
          <p:nvPr>
            <p:ph type="subTitle" idx="4"/>
          </p:nvPr>
        </p:nvSpPr>
        <p:spPr>
          <a:xfrm>
            <a:off x="5711285" y="3288425"/>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90" name="Google Shape;490;p35"/>
          <p:cNvSpPr txBox="1">
            <a:spLocks noGrp="1"/>
          </p:cNvSpPr>
          <p:nvPr>
            <p:ph type="subTitle" idx="5"/>
          </p:nvPr>
        </p:nvSpPr>
        <p:spPr>
          <a:xfrm>
            <a:off x="5711285" y="3807400"/>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91" name="Google Shape;491;p35"/>
          <p:cNvSpPr txBox="1">
            <a:spLocks noGrp="1"/>
          </p:cNvSpPr>
          <p:nvPr>
            <p:ph type="subTitle" idx="6"/>
          </p:nvPr>
        </p:nvSpPr>
        <p:spPr>
          <a:xfrm>
            <a:off x="5711285" y="4326375"/>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Next steps">
  <p:cSld name="CUSTOM_6">
    <p:spTree>
      <p:nvGrpSpPr>
        <p:cNvPr id="1" name="Shape 492"/>
        <p:cNvGrpSpPr/>
        <p:nvPr/>
      </p:nvGrpSpPr>
      <p:grpSpPr>
        <a:xfrm>
          <a:off x="0" y="0"/>
          <a:ext cx="0" cy="0"/>
          <a:chOff x="0" y="0"/>
          <a:chExt cx="0" cy="0"/>
        </a:xfrm>
      </p:grpSpPr>
      <p:sp>
        <p:nvSpPr>
          <p:cNvPr id="493" name="Google Shape;493;p36"/>
          <p:cNvSpPr/>
          <p:nvPr/>
        </p:nvSpPr>
        <p:spPr>
          <a:xfrm rot="5400000">
            <a:off x="446600" y="-454900"/>
            <a:ext cx="2712900" cy="3605700"/>
          </a:xfrm>
          <a:prstGeom prst="snip1Rect">
            <a:avLst>
              <a:gd name="adj" fmla="val 39812"/>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ed Hat Display"/>
              <a:ea typeface="Red Hat Display"/>
              <a:cs typeface="Red Hat Display"/>
              <a:sym typeface="Red Hat Display"/>
            </a:endParaRPr>
          </a:p>
        </p:txBody>
      </p:sp>
      <p:sp>
        <p:nvSpPr>
          <p:cNvPr id="494" name="Google Shape;494;p36"/>
          <p:cNvSpPr txBox="1">
            <a:spLocks noGrp="1"/>
          </p:cNvSpPr>
          <p:nvPr>
            <p:ph type="title"/>
          </p:nvPr>
        </p:nvSpPr>
        <p:spPr>
          <a:xfrm>
            <a:off x="228600" y="525200"/>
            <a:ext cx="3154500" cy="587700"/>
          </a:xfrm>
          <a:prstGeom prst="rect">
            <a:avLst/>
          </a:prstGeom>
        </p:spPr>
        <p:txBody>
          <a:bodyPr spcFirstLastPara="1" wrap="square" lIns="0" tIns="91425" rIns="91425" bIns="0" anchor="b" anchorCtr="0">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495" name="Google Shape;495;p36"/>
          <p:cNvSpPr txBox="1">
            <a:spLocks noGrp="1"/>
          </p:cNvSpPr>
          <p:nvPr>
            <p:ph type="subTitle" idx="1"/>
          </p:nvPr>
        </p:nvSpPr>
        <p:spPr>
          <a:xfrm>
            <a:off x="228600" y="1185575"/>
            <a:ext cx="2806800" cy="954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96" name="Google Shape;496;p36"/>
          <p:cNvSpPr txBox="1">
            <a:spLocks noGrp="1"/>
          </p:cNvSpPr>
          <p:nvPr>
            <p:ph type="subTitle" idx="2"/>
          </p:nvPr>
        </p:nvSpPr>
        <p:spPr>
          <a:xfrm>
            <a:off x="4784300" y="1597250"/>
            <a:ext cx="873600" cy="330000"/>
          </a:xfrm>
          <a:prstGeom prst="rect">
            <a:avLst/>
          </a:prstGeom>
        </p:spPr>
        <p:txBody>
          <a:bodyPr spcFirstLastPara="1" wrap="square" lIns="0" tIns="0" rIns="0" bIns="0" anchor="ctr" anchorCtr="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497" name="Google Shape;497;p36"/>
          <p:cNvSpPr txBox="1">
            <a:spLocks noGrp="1"/>
          </p:cNvSpPr>
          <p:nvPr>
            <p:ph type="subTitle" idx="3"/>
          </p:nvPr>
        </p:nvSpPr>
        <p:spPr>
          <a:xfrm>
            <a:off x="6129000" y="1600050"/>
            <a:ext cx="1887300" cy="651900"/>
          </a:xfrm>
          <a:prstGeom prst="rect">
            <a:avLst/>
          </a:prstGeom>
        </p:spPr>
        <p:txBody>
          <a:bodyPr spcFirstLastPara="1" wrap="square" lIns="0" tIns="0" rIns="0" bIns="0" anchor="ctr" anchorCtr="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a:endParaRPr/>
          </a:p>
        </p:txBody>
      </p:sp>
      <p:sp>
        <p:nvSpPr>
          <p:cNvPr id="498" name="Google Shape;498;p36"/>
          <p:cNvSpPr txBox="1">
            <a:spLocks noGrp="1"/>
          </p:cNvSpPr>
          <p:nvPr>
            <p:ph type="subTitle" idx="4"/>
          </p:nvPr>
        </p:nvSpPr>
        <p:spPr>
          <a:xfrm>
            <a:off x="6129000" y="2669675"/>
            <a:ext cx="1887300" cy="6519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a:endParaRPr/>
          </a:p>
        </p:txBody>
      </p:sp>
      <p:sp>
        <p:nvSpPr>
          <p:cNvPr id="499" name="Google Shape;499;p36"/>
          <p:cNvSpPr txBox="1">
            <a:spLocks noGrp="1"/>
          </p:cNvSpPr>
          <p:nvPr>
            <p:ph type="subTitle" idx="5"/>
          </p:nvPr>
        </p:nvSpPr>
        <p:spPr>
          <a:xfrm>
            <a:off x="6129000" y="3739250"/>
            <a:ext cx="1887300" cy="6519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a:endParaRPr/>
          </a:p>
        </p:txBody>
      </p:sp>
      <p:sp>
        <p:nvSpPr>
          <p:cNvPr id="500" name="Google Shape;500;p36"/>
          <p:cNvSpPr txBox="1">
            <a:spLocks noGrp="1"/>
          </p:cNvSpPr>
          <p:nvPr>
            <p:ph type="subTitle" idx="6"/>
          </p:nvPr>
        </p:nvSpPr>
        <p:spPr>
          <a:xfrm>
            <a:off x="4784300" y="2668250"/>
            <a:ext cx="873600" cy="3300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a:endParaRPr/>
          </a:p>
        </p:txBody>
      </p:sp>
      <p:sp>
        <p:nvSpPr>
          <p:cNvPr id="501" name="Google Shape;501;p36"/>
          <p:cNvSpPr txBox="1">
            <a:spLocks noGrp="1"/>
          </p:cNvSpPr>
          <p:nvPr>
            <p:ph type="subTitle" idx="7"/>
          </p:nvPr>
        </p:nvSpPr>
        <p:spPr>
          <a:xfrm>
            <a:off x="4784300" y="3739250"/>
            <a:ext cx="873600" cy="3300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02"/>
        <p:cNvGrpSpPr/>
        <p:nvPr/>
      </p:nvGrpSpPr>
      <p:grpSpPr>
        <a:xfrm>
          <a:off x="0" y="0"/>
          <a:ext cx="0" cy="0"/>
          <a:chOff x="0" y="0"/>
          <a:chExt cx="0" cy="0"/>
        </a:xfrm>
      </p:grpSpPr>
      <p:sp>
        <p:nvSpPr>
          <p:cNvPr id="503" name="Google Shape;503;p3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504"/>
        <p:cNvGrpSpPr/>
        <p:nvPr/>
      </p:nvGrpSpPr>
      <p:grpSpPr>
        <a:xfrm>
          <a:off x="0" y="0"/>
          <a:ext cx="0" cy="0"/>
          <a:chOff x="0" y="0"/>
          <a:chExt cx="0" cy="0"/>
        </a:xfrm>
      </p:grpSpPr>
      <p:sp>
        <p:nvSpPr>
          <p:cNvPr id="505" name="Google Shape;505;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06" name="Google Shape;506;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507"/>
        <p:cNvGrpSpPr/>
        <p:nvPr/>
      </p:nvGrpSpPr>
      <p:grpSpPr>
        <a:xfrm>
          <a:off x="0" y="0"/>
          <a:ext cx="0" cy="0"/>
          <a:chOff x="0" y="0"/>
          <a:chExt cx="0" cy="0"/>
        </a:xfrm>
      </p:grpSpPr>
      <p:sp>
        <p:nvSpPr>
          <p:cNvPr id="508" name="Google Shape;508;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09" name="Google Shape;509;p3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10" name="Google Shape;510;p39"/>
          <p:cNvSpPr txBox="1">
            <a:spLocks noGrp="1"/>
          </p:cNvSpPr>
          <p:nvPr>
            <p:ph type="body" idx="2"/>
          </p:nvPr>
        </p:nvSpPr>
        <p:spPr>
          <a:xfrm>
            <a:off x="4832400" y="1152475"/>
            <a:ext cx="3999900" cy="3416400"/>
          </a:xfrm>
          <a:prstGeom prst="rect">
            <a:avLst/>
          </a:prstGeom>
        </p:spPr>
        <p:txBody>
          <a:bodyPr spcFirstLastPara="1" wrap="square" lIns="0" tIns="0"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11"/>
        <p:cNvGrpSpPr/>
        <p:nvPr/>
      </p:nvGrpSpPr>
      <p:grpSpPr>
        <a:xfrm>
          <a:off x="0" y="0"/>
          <a:ext cx="0" cy="0"/>
          <a:chOff x="0" y="0"/>
          <a:chExt cx="0" cy="0"/>
        </a:xfrm>
      </p:grpSpPr>
      <p:sp>
        <p:nvSpPr>
          <p:cNvPr id="512" name="Google Shape;512;p4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13" name="Google Shape;513;p4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14"/>
        <p:cNvGrpSpPr/>
        <p:nvPr/>
      </p:nvGrpSpPr>
      <p:grpSpPr>
        <a:xfrm>
          <a:off x="0" y="0"/>
          <a:ext cx="0" cy="0"/>
          <a:chOff x="0" y="0"/>
          <a:chExt cx="0" cy="0"/>
        </a:xfrm>
      </p:grpSpPr>
      <p:sp>
        <p:nvSpPr>
          <p:cNvPr id="515" name="Google Shape;515;p4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16"/>
        <p:cNvGrpSpPr/>
        <p:nvPr/>
      </p:nvGrpSpPr>
      <p:grpSpPr>
        <a:xfrm>
          <a:off x="0" y="0"/>
          <a:ext cx="0" cy="0"/>
          <a:chOff x="0" y="0"/>
          <a:chExt cx="0" cy="0"/>
        </a:xfrm>
      </p:grpSpPr>
      <p:sp>
        <p:nvSpPr>
          <p:cNvPr id="517" name="Google Shape;517;p4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8" name="Google Shape;518;p4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519" name="Google Shape;519;p4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0"/>
        <p:cNvGrpSpPr/>
        <p:nvPr/>
      </p:nvGrpSpPr>
      <p:grpSpPr>
        <a:xfrm>
          <a:off x="0" y="0"/>
          <a:ext cx="0" cy="0"/>
          <a:chOff x="0" y="0"/>
          <a:chExt cx="0" cy="0"/>
        </a:xfrm>
      </p:grpSpPr>
      <p:sp>
        <p:nvSpPr>
          <p:cNvPr id="521" name="Google Shape;521;p4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900"/>
              <a:buNone/>
              <a:defRPr/>
            </a:lvl1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22"/>
        <p:cNvGrpSpPr/>
        <p:nvPr/>
      </p:nvGrpSpPr>
      <p:grpSpPr>
        <a:xfrm>
          <a:off x="0" y="0"/>
          <a:ext cx="0" cy="0"/>
          <a:chOff x="0" y="0"/>
          <a:chExt cx="0" cy="0"/>
        </a:xfrm>
      </p:grpSpPr>
      <p:sp>
        <p:nvSpPr>
          <p:cNvPr id="523" name="Google Shape;523;p4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4" name="Google Shape;524;p4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285750" algn="ctr">
              <a:spcBef>
                <a:spcPts val="0"/>
              </a:spcBef>
              <a:spcAft>
                <a:spcPts val="0"/>
              </a:spcAft>
              <a:buSzPts val="900"/>
              <a:buChar char="●"/>
              <a:defRPr/>
            </a:lvl1pPr>
            <a:lvl2pPr marL="914400" lvl="1" indent="-285750" algn="ctr">
              <a:spcBef>
                <a:spcPts val="0"/>
              </a:spcBef>
              <a:spcAft>
                <a:spcPts val="0"/>
              </a:spcAft>
              <a:buSzPts val="900"/>
              <a:buChar char="○"/>
              <a:defRPr/>
            </a:lvl2pPr>
            <a:lvl3pPr marL="1371600" lvl="2" indent="-285750" algn="ctr">
              <a:spcBef>
                <a:spcPts val="0"/>
              </a:spcBef>
              <a:spcAft>
                <a:spcPts val="0"/>
              </a:spcAft>
              <a:buSzPts val="900"/>
              <a:buChar char="■"/>
              <a:defRPr/>
            </a:lvl3pPr>
            <a:lvl4pPr marL="1828800" lvl="3" indent="-285750" algn="ctr">
              <a:spcBef>
                <a:spcPts val="0"/>
              </a:spcBef>
              <a:spcAft>
                <a:spcPts val="0"/>
              </a:spcAft>
              <a:buSzPts val="900"/>
              <a:buChar char="●"/>
              <a:defRPr/>
            </a:lvl4pPr>
            <a:lvl5pPr marL="2286000" lvl="4" indent="-285750" algn="ctr">
              <a:spcBef>
                <a:spcPts val="0"/>
              </a:spcBef>
              <a:spcAft>
                <a:spcPts val="0"/>
              </a:spcAft>
              <a:buSzPts val="900"/>
              <a:buChar char="○"/>
              <a:defRPr/>
            </a:lvl5pPr>
            <a:lvl6pPr marL="2743200" lvl="5" indent="-285750" algn="ctr">
              <a:spcBef>
                <a:spcPts val="0"/>
              </a:spcBef>
              <a:spcAft>
                <a:spcPts val="0"/>
              </a:spcAft>
              <a:buSzPts val="900"/>
              <a:buChar char="■"/>
              <a:defRPr/>
            </a:lvl6pPr>
            <a:lvl7pPr marL="3200400" lvl="6" indent="-285750" algn="ctr">
              <a:spcBef>
                <a:spcPts val="0"/>
              </a:spcBef>
              <a:spcAft>
                <a:spcPts val="0"/>
              </a:spcAft>
              <a:buSzPts val="900"/>
              <a:buChar char="●"/>
              <a:defRPr/>
            </a:lvl7pPr>
            <a:lvl8pPr marL="3657600" lvl="7" indent="-285750" algn="ctr">
              <a:spcBef>
                <a:spcPts val="0"/>
              </a:spcBef>
              <a:spcAft>
                <a:spcPts val="0"/>
              </a:spcAft>
              <a:buSzPts val="900"/>
              <a:buChar char="○"/>
              <a:defRPr/>
            </a:lvl8pPr>
            <a:lvl9pPr marL="4114800" lvl="8" indent="-285750" algn="ctr">
              <a:spcBef>
                <a:spcPts val="0"/>
              </a:spcBef>
              <a:spcAft>
                <a:spcPts val="0"/>
              </a:spcAft>
              <a:buSzPts val="9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25"/>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526"/>
        <p:cNvGrpSpPr/>
        <p:nvPr/>
      </p:nvGrpSpPr>
      <p:grpSpPr>
        <a:xfrm>
          <a:off x="0" y="0"/>
          <a:ext cx="0" cy="0"/>
          <a:chOff x="0" y="0"/>
          <a:chExt cx="0" cy="0"/>
        </a:xfrm>
      </p:grpSpPr>
      <p:sp>
        <p:nvSpPr>
          <p:cNvPr id="527" name="Google Shape;527;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28" name="Google Shape;528;p46"/>
          <p:cNvSpPr txBox="1">
            <a:spLocks noGrp="1"/>
          </p:cNvSpPr>
          <p:nvPr>
            <p:ph type="body" idx="1"/>
          </p:nvPr>
        </p:nvSpPr>
        <p:spPr>
          <a:xfrm>
            <a:off x="311700" y="1152475"/>
            <a:ext cx="4473900" cy="3416400"/>
          </a:xfrm>
          <a:prstGeom prst="rect">
            <a:avLst/>
          </a:prstGeom>
        </p:spPr>
        <p:txBody>
          <a:bodyPr spcFirstLastPara="1" wrap="square" lIns="0" tIns="0" rIns="91425" bIns="91425" anchor="t" anchorCtr="0">
            <a:spAutoFit/>
          </a:bodyPr>
          <a:lstStyle>
            <a:lvl1pPr marL="457200" lvl="0" indent="-292100">
              <a:spcBef>
                <a:spcPts val="0"/>
              </a:spcBef>
              <a:spcAft>
                <a:spcPts val="0"/>
              </a:spcAft>
              <a:buSzPts val="1000"/>
              <a:buChar char="●"/>
              <a:defRPr/>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529" name="Google Shape;529;p46"/>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530"/>
        <p:cNvGrpSpPr/>
        <p:nvPr/>
      </p:nvGrpSpPr>
      <p:grpSpPr>
        <a:xfrm>
          <a:off x="0" y="0"/>
          <a:ext cx="0" cy="0"/>
          <a:chOff x="0" y="0"/>
          <a:chExt cx="0" cy="0"/>
        </a:xfrm>
      </p:grpSpPr>
      <p:sp>
        <p:nvSpPr>
          <p:cNvPr id="531" name="Google Shape;531;p4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32" name="Google Shape;532;p47"/>
          <p:cNvSpPr txBox="1">
            <a:spLocks noGrp="1"/>
          </p:cNvSpPr>
          <p:nvPr>
            <p:ph type="body" idx="1"/>
          </p:nvPr>
        </p:nvSpPr>
        <p:spPr>
          <a:xfrm>
            <a:off x="483150" y="2237788"/>
            <a:ext cx="3619800" cy="2373600"/>
          </a:xfrm>
          <a:prstGeom prst="rect">
            <a:avLst/>
          </a:prstGeom>
        </p:spPr>
        <p:txBody>
          <a:bodyPr spcFirstLastPara="1" wrap="square" lIns="0" tIns="0" rIns="91425" bIns="91425" anchor="t" anchorCtr="0">
            <a:spAutoFit/>
          </a:bodyPr>
          <a:lstStyle>
            <a:lvl1pPr marL="457200" lvl="0" indent="-292100">
              <a:spcBef>
                <a:spcPts val="0"/>
              </a:spcBef>
              <a:spcAft>
                <a:spcPts val="0"/>
              </a:spcAft>
              <a:buSzPts val="1000"/>
              <a:buChar char="●"/>
              <a:defRPr/>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533" name="Google Shape;533;p4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34" name="Google Shape;534;p4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35" name="Google Shape;535;p4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536"/>
        <p:cNvGrpSpPr/>
        <p:nvPr/>
      </p:nvGrpSpPr>
      <p:grpSpPr>
        <a:xfrm>
          <a:off x="0" y="0"/>
          <a:ext cx="0" cy="0"/>
          <a:chOff x="0" y="0"/>
          <a:chExt cx="0" cy="0"/>
        </a:xfrm>
      </p:grpSpPr>
      <p:sp>
        <p:nvSpPr>
          <p:cNvPr id="537" name="Google Shape;537;p48"/>
          <p:cNvSpPr txBox="1">
            <a:spLocks noGrp="1"/>
          </p:cNvSpPr>
          <p:nvPr>
            <p:ph type="body" idx="1"/>
          </p:nvPr>
        </p:nvSpPr>
        <p:spPr>
          <a:xfrm>
            <a:off x="483175" y="2417500"/>
            <a:ext cx="2455500" cy="2373600"/>
          </a:xfrm>
          <a:prstGeom prst="rect">
            <a:avLst/>
          </a:prstGeom>
        </p:spPr>
        <p:txBody>
          <a:bodyPr spcFirstLastPara="1" wrap="square" lIns="0" tIns="0" rIns="91425" bIns="91425" anchor="t" anchorCtr="0">
            <a:spAutoFit/>
          </a:bodyPr>
          <a:lstStyle>
            <a:lvl1pPr marL="457200" lvl="0" indent="-292100">
              <a:spcBef>
                <a:spcPts val="0"/>
              </a:spcBef>
              <a:spcAft>
                <a:spcPts val="0"/>
              </a:spcAft>
              <a:buSzPts val="1000"/>
              <a:buChar char="●"/>
              <a:defRPr/>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538" name="Google Shape;538;p4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39" name="Google Shape;539;p4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0" name="Google Shape;540;p48"/>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41" name="Google Shape;541;p48"/>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42" name="Google Shape;542;p48"/>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43" name="Google Shape;543;p48"/>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544"/>
        <p:cNvGrpSpPr/>
        <p:nvPr/>
      </p:nvGrpSpPr>
      <p:grpSpPr>
        <a:xfrm>
          <a:off x="0" y="0"/>
          <a:ext cx="0" cy="0"/>
          <a:chOff x="0" y="0"/>
          <a:chExt cx="0" cy="0"/>
        </a:xfrm>
      </p:grpSpPr>
      <p:sp>
        <p:nvSpPr>
          <p:cNvPr id="545" name="Google Shape;545;p49"/>
          <p:cNvSpPr txBox="1">
            <a:spLocks noGrp="1"/>
          </p:cNvSpPr>
          <p:nvPr>
            <p:ph type="body" idx="1"/>
          </p:nvPr>
        </p:nvSpPr>
        <p:spPr>
          <a:xfrm>
            <a:off x="366725" y="1759093"/>
            <a:ext cx="3838500" cy="1138500"/>
          </a:xfrm>
          <a:prstGeom prst="rect">
            <a:avLst/>
          </a:prstGeom>
        </p:spPr>
        <p:txBody>
          <a:bodyPr spcFirstLastPara="1" wrap="square" lIns="0" tIns="0" rIns="91425" bIns="91425" anchor="t" anchorCtr="0">
            <a:spAutoFit/>
          </a:bodyPr>
          <a:lstStyle>
            <a:lvl1pPr marL="457200" lvl="0" indent="-317500">
              <a:spcBef>
                <a:spcPts val="0"/>
              </a:spcBef>
              <a:spcAft>
                <a:spcPts val="0"/>
              </a:spcAft>
              <a:buSzPts val="1400"/>
              <a:buChar char="●"/>
              <a:defRPr sz="1400"/>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546" name="Google Shape;546;p4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47" name="Google Shape;547;p4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48" name="Google Shape;548;p4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49" name="Google Shape;549;p4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50" name="Google Shape;550;p4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51" name="Google Shape;551;p4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52" name="Google Shape;552;p4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53" name="Google Shape;553;p4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554"/>
        <p:cNvGrpSpPr/>
        <p:nvPr/>
      </p:nvGrpSpPr>
      <p:grpSpPr>
        <a:xfrm>
          <a:off x="0" y="0"/>
          <a:ext cx="0" cy="0"/>
          <a:chOff x="0" y="0"/>
          <a:chExt cx="0" cy="0"/>
        </a:xfrm>
      </p:grpSpPr>
      <p:sp>
        <p:nvSpPr>
          <p:cNvPr id="555" name="Google Shape;555;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56" name="Google Shape;556;p5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557"/>
        <p:cNvGrpSpPr/>
        <p:nvPr/>
      </p:nvGrpSpPr>
      <p:grpSpPr>
        <a:xfrm>
          <a:off x="0" y="0"/>
          <a:ext cx="0" cy="0"/>
          <a:chOff x="0" y="0"/>
          <a:chExt cx="0" cy="0"/>
        </a:xfrm>
      </p:grpSpPr>
      <p:sp>
        <p:nvSpPr>
          <p:cNvPr id="558" name="Google Shape;558;p51"/>
          <p:cNvSpPr txBox="1">
            <a:spLocks noGrp="1"/>
          </p:cNvSpPr>
          <p:nvPr>
            <p:ph type="body" idx="1"/>
          </p:nvPr>
        </p:nvSpPr>
        <p:spPr>
          <a:xfrm>
            <a:off x="311700" y="4080225"/>
            <a:ext cx="4027500" cy="926100"/>
          </a:xfrm>
          <a:prstGeom prst="rect">
            <a:avLst/>
          </a:prstGeom>
        </p:spPr>
        <p:txBody>
          <a:bodyPr spcFirstLastPara="1" wrap="square" lIns="0" tIns="0" rIns="91425" bIns="91425" anchor="t" anchorCtr="0">
            <a:spAutoFit/>
          </a:bodyPr>
          <a:lstStyle>
            <a:lvl1pPr marL="457200" lvl="0" indent="-304800">
              <a:spcBef>
                <a:spcPts val="0"/>
              </a:spcBef>
              <a:spcAft>
                <a:spcPts val="0"/>
              </a:spcAft>
              <a:buSzPts val="1200"/>
              <a:buChar char="●"/>
              <a:defRPr sz="12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
        <p:nvSpPr>
          <p:cNvPr id="559" name="Google Shape;559;p51"/>
          <p:cNvSpPr>
            <a:spLocks noGrp="1"/>
          </p:cNvSpPr>
          <p:nvPr>
            <p:ph type="pic" idx="2"/>
          </p:nvPr>
        </p:nvSpPr>
        <p:spPr>
          <a:xfrm>
            <a:off x="4804825" y="1133300"/>
            <a:ext cx="4027500" cy="2392800"/>
          </a:xfrm>
          <a:prstGeom prst="rect">
            <a:avLst/>
          </a:prstGeom>
          <a:noFill/>
          <a:ln>
            <a:noFill/>
          </a:ln>
        </p:spPr>
      </p:sp>
      <p:sp>
        <p:nvSpPr>
          <p:cNvPr id="560" name="Google Shape;560;p51"/>
          <p:cNvSpPr>
            <a:spLocks noGrp="1"/>
          </p:cNvSpPr>
          <p:nvPr>
            <p:ph type="pic" idx="3"/>
          </p:nvPr>
        </p:nvSpPr>
        <p:spPr>
          <a:xfrm>
            <a:off x="311725" y="1133300"/>
            <a:ext cx="4027500" cy="2392800"/>
          </a:xfrm>
          <a:prstGeom prst="rect">
            <a:avLst/>
          </a:prstGeom>
          <a:noFill/>
          <a:ln>
            <a:noFill/>
          </a:ln>
        </p:spPr>
      </p:sp>
      <p:sp>
        <p:nvSpPr>
          <p:cNvPr id="561" name="Google Shape;561;p5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62" name="Google Shape;562;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63" name="Google Shape;563;p5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64" name="Google Shape;564;p5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565"/>
        <p:cNvGrpSpPr/>
        <p:nvPr/>
      </p:nvGrpSpPr>
      <p:grpSpPr>
        <a:xfrm>
          <a:off x="0" y="0"/>
          <a:ext cx="0" cy="0"/>
          <a:chOff x="0" y="0"/>
          <a:chExt cx="0" cy="0"/>
        </a:xfrm>
      </p:grpSpPr>
      <p:sp>
        <p:nvSpPr>
          <p:cNvPr id="566" name="Google Shape;566;p52"/>
          <p:cNvSpPr txBox="1">
            <a:spLocks noGrp="1"/>
          </p:cNvSpPr>
          <p:nvPr>
            <p:ph type="body" idx="1"/>
          </p:nvPr>
        </p:nvSpPr>
        <p:spPr>
          <a:xfrm>
            <a:off x="311700" y="3911700"/>
            <a:ext cx="2627100" cy="1018500"/>
          </a:xfrm>
          <a:prstGeom prst="rect">
            <a:avLst/>
          </a:prstGeom>
        </p:spPr>
        <p:txBody>
          <a:bodyPr spcFirstLastPara="1" wrap="square" lIns="0" tIns="0" rIns="91425" bIns="91425" anchor="t" anchorCtr="0">
            <a:spAutoFit/>
          </a:bodyPr>
          <a:lstStyle>
            <a:lvl1pPr marL="457200" lvl="0" indent="-304800">
              <a:spcBef>
                <a:spcPts val="0"/>
              </a:spcBef>
              <a:spcAft>
                <a:spcPts val="0"/>
              </a:spcAft>
              <a:buSzPts val="1200"/>
              <a:buChar char="●"/>
              <a:defRPr sz="12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
        <p:nvSpPr>
          <p:cNvPr id="567" name="Google Shape;567;p52"/>
          <p:cNvSpPr>
            <a:spLocks noGrp="1"/>
          </p:cNvSpPr>
          <p:nvPr>
            <p:ph type="pic" idx="2"/>
          </p:nvPr>
        </p:nvSpPr>
        <p:spPr>
          <a:xfrm>
            <a:off x="6205225" y="1128325"/>
            <a:ext cx="2627100" cy="2273100"/>
          </a:xfrm>
          <a:prstGeom prst="rect">
            <a:avLst/>
          </a:prstGeom>
          <a:noFill/>
          <a:ln>
            <a:noFill/>
          </a:ln>
        </p:spPr>
      </p:sp>
      <p:sp>
        <p:nvSpPr>
          <p:cNvPr id="568" name="Google Shape;568;p52"/>
          <p:cNvSpPr>
            <a:spLocks noGrp="1"/>
          </p:cNvSpPr>
          <p:nvPr>
            <p:ph type="pic" idx="3"/>
          </p:nvPr>
        </p:nvSpPr>
        <p:spPr>
          <a:xfrm>
            <a:off x="311725" y="1128325"/>
            <a:ext cx="2627100" cy="2273100"/>
          </a:xfrm>
          <a:prstGeom prst="rect">
            <a:avLst/>
          </a:prstGeom>
          <a:noFill/>
          <a:ln>
            <a:noFill/>
          </a:ln>
        </p:spPr>
      </p:sp>
      <p:sp>
        <p:nvSpPr>
          <p:cNvPr id="569" name="Google Shape;569;p5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70" name="Google Shape;570;p52"/>
          <p:cNvSpPr>
            <a:spLocks noGrp="1"/>
          </p:cNvSpPr>
          <p:nvPr>
            <p:ph type="pic" idx="5"/>
          </p:nvPr>
        </p:nvSpPr>
        <p:spPr>
          <a:xfrm>
            <a:off x="3255250" y="1128325"/>
            <a:ext cx="2627100" cy="2273100"/>
          </a:xfrm>
          <a:prstGeom prst="rect">
            <a:avLst/>
          </a:prstGeom>
          <a:noFill/>
          <a:ln>
            <a:noFill/>
          </a:ln>
        </p:spPr>
      </p:sp>
      <p:sp>
        <p:nvSpPr>
          <p:cNvPr id="571" name="Google Shape;571;p5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72" name="Google Shape;572;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73" name="Google Shape;573;p5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74" name="Google Shape;574;p5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75" name="Google Shape;575;p5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576"/>
        <p:cNvGrpSpPr/>
        <p:nvPr/>
      </p:nvGrpSpPr>
      <p:grpSpPr>
        <a:xfrm>
          <a:off x="0" y="0"/>
          <a:ext cx="0" cy="0"/>
          <a:chOff x="0" y="0"/>
          <a:chExt cx="0" cy="0"/>
        </a:xfrm>
      </p:grpSpPr>
      <p:sp>
        <p:nvSpPr>
          <p:cNvPr id="577" name="Google Shape;577;p53"/>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578"/>
        <p:cNvGrpSpPr/>
        <p:nvPr/>
      </p:nvGrpSpPr>
      <p:grpSpPr>
        <a:xfrm>
          <a:off x="0" y="0"/>
          <a:ext cx="0" cy="0"/>
          <a:chOff x="0" y="0"/>
          <a:chExt cx="0" cy="0"/>
        </a:xfrm>
      </p:grpSpPr>
      <p:sp>
        <p:nvSpPr>
          <p:cNvPr id="579" name="Google Shape;579;p54"/>
          <p:cNvSpPr>
            <a:spLocks noGrp="1"/>
          </p:cNvSpPr>
          <p:nvPr>
            <p:ph type="pic" idx="2"/>
          </p:nvPr>
        </p:nvSpPr>
        <p:spPr>
          <a:xfrm>
            <a:off x="3389600" y="118913"/>
            <a:ext cx="1643700" cy="1535100"/>
          </a:xfrm>
          <a:prstGeom prst="rect">
            <a:avLst/>
          </a:prstGeom>
          <a:noFill/>
          <a:ln>
            <a:noFill/>
          </a:ln>
        </p:spPr>
      </p:sp>
      <p:sp>
        <p:nvSpPr>
          <p:cNvPr id="580" name="Google Shape;580;p54"/>
          <p:cNvSpPr>
            <a:spLocks noGrp="1"/>
          </p:cNvSpPr>
          <p:nvPr>
            <p:ph type="pic" idx="3"/>
          </p:nvPr>
        </p:nvSpPr>
        <p:spPr>
          <a:xfrm>
            <a:off x="5195935" y="118913"/>
            <a:ext cx="1643700" cy="1535100"/>
          </a:xfrm>
          <a:prstGeom prst="rect">
            <a:avLst/>
          </a:prstGeom>
          <a:noFill/>
          <a:ln>
            <a:noFill/>
          </a:ln>
        </p:spPr>
      </p:sp>
      <p:sp>
        <p:nvSpPr>
          <p:cNvPr id="581" name="Google Shape;581;p54"/>
          <p:cNvSpPr>
            <a:spLocks noGrp="1"/>
          </p:cNvSpPr>
          <p:nvPr>
            <p:ph type="pic" idx="4"/>
          </p:nvPr>
        </p:nvSpPr>
        <p:spPr>
          <a:xfrm>
            <a:off x="7002270" y="118913"/>
            <a:ext cx="1643700" cy="1535100"/>
          </a:xfrm>
          <a:prstGeom prst="rect">
            <a:avLst/>
          </a:prstGeom>
          <a:noFill/>
          <a:ln>
            <a:noFill/>
          </a:ln>
        </p:spPr>
      </p:sp>
      <p:sp>
        <p:nvSpPr>
          <p:cNvPr id="582" name="Google Shape;582;p54"/>
          <p:cNvSpPr>
            <a:spLocks noGrp="1"/>
          </p:cNvSpPr>
          <p:nvPr>
            <p:ph type="pic" idx="5"/>
          </p:nvPr>
        </p:nvSpPr>
        <p:spPr>
          <a:xfrm>
            <a:off x="3389588" y="1804212"/>
            <a:ext cx="1643700" cy="1535100"/>
          </a:xfrm>
          <a:prstGeom prst="rect">
            <a:avLst/>
          </a:prstGeom>
          <a:noFill/>
          <a:ln>
            <a:noFill/>
          </a:ln>
        </p:spPr>
      </p:sp>
      <p:sp>
        <p:nvSpPr>
          <p:cNvPr id="583" name="Google Shape;583;p54"/>
          <p:cNvSpPr>
            <a:spLocks noGrp="1"/>
          </p:cNvSpPr>
          <p:nvPr>
            <p:ph type="pic" idx="6"/>
          </p:nvPr>
        </p:nvSpPr>
        <p:spPr>
          <a:xfrm>
            <a:off x="5195922" y="1804212"/>
            <a:ext cx="1643700" cy="1535100"/>
          </a:xfrm>
          <a:prstGeom prst="rect">
            <a:avLst/>
          </a:prstGeom>
          <a:noFill/>
          <a:ln>
            <a:noFill/>
          </a:ln>
        </p:spPr>
      </p:sp>
      <p:sp>
        <p:nvSpPr>
          <p:cNvPr id="584" name="Google Shape;584;p54"/>
          <p:cNvSpPr>
            <a:spLocks noGrp="1"/>
          </p:cNvSpPr>
          <p:nvPr>
            <p:ph type="pic" idx="7"/>
          </p:nvPr>
        </p:nvSpPr>
        <p:spPr>
          <a:xfrm>
            <a:off x="7002257" y="1804212"/>
            <a:ext cx="1643700" cy="1535100"/>
          </a:xfrm>
          <a:prstGeom prst="rect">
            <a:avLst/>
          </a:prstGeom>
          <a:noFill/>
          <a:ln>
            <a:noFill/>
          </a:ln>
        </p:spPr>
      </p:sp>
      <p:sp>
        <p:nvSpPr>
          <p:cNvPr id="585" name="Google Shape;585;p5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86" name="Google Shape;586;p54"/>
          <p:cNvSpPr>
            <a:spLocks noGrp="1"/>
          </p:cNvSpPr>
          <p:nvPr>
            <p:ph type="pic" idx="8"/>
          </p:nvPr>
        </p:nvSpPr>
        <p:spPr>
          <a:xfrm>
            <a:off x="3389588" y="3489487"/>
            <a:ext cx="1643700" cy="1535100"/>
          </a:xfrm>
          <a:prstGeom prst="rect">
            <a:avLst/>
          </a:prstGeom>
          <a:noFill/>
          <a:ln>
            <a:noFill/>
          </a:ln>
        </p:spPr>
      </p:sp>
      <p:sp>
        <p:nvSpPr>
          <p:cNvPr id="587" name="Google Shape;587;p54"/>
          <p:cNvSpPr>
            <a:spLocks noGrp="1"/>
          </p:cNvSpPr>
          <p:nvPr>
            <p:ph type="pic" idx="9"/>
          </p:nvPr>
        </p:nvSpPr>
        <p:spPr>
          <a:xfrm>
            <a:off x="5195922" y="3489487"/>
            <a:ext cx="1643700" cy="1535100"/>
          </a:xfrm>
          <a:prstGeom prst="rect">
            <a:avLst/>
          </a:prstGeom>
          <a:noFill/>
          <a:ln>
            <a:noFill/>
          </a:ln>
        </p:spPr>
      </p:sp>
      <p:sp>
        <p:nvSpPr>
          <p:cNvPr id="588" name="Google Shape;588;p5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895400"/>
            <a:ext cx="5760600" cy="3016800"/>
          </a:xfrm>
          <a:prstGeom prst="rect">
            <a:avLst/>
          </a:prstGeom>
          <a:noFill/>
          <a:ln>
            <a:noFill/>
          </a:ln>
        </p:spPr>
        <p:txBody>
          <a:bodyPr spcFirstLastPara="1" wrap="square" lIns="0" tIns="0" rIns="91425" bIns="91425" anchor="t" anchorCtr="0">
            <a:spAutoFit/>
          </a:bodyPr>
          <a:lstStyle>
            <a:lvl1pPr marL="457200" lvl="0" indent="-2921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marL="914400" lvl="1"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marL="1371600" lvl="2"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marL="1828800" lvl="3"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marL="2286000" lvl="4"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marL="2743200" lvl="5"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marL="3200400" lvl="6"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marL="3657600" lvl="7" indent="-2921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marL="4114800" lvl="8" indent="-2921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a:endParaRPr/>
          </a:p>
        </p:txBody>
      </p:sp>
      <p:sp>
        <p:nvSpPr>
          <p:cNvPr id="52" name="Google Shape;52;p13"/>
          <p:cNvSpPr txBox="1">
            <a:spLocks noGrp="1"/>
          </p:cNvSpPr>
          <p:nvPr>
            <p:ph type="title"/>
          </p:nvPr>
        </p:nvSpPr>
        <p:spPr>
          <a:xfrm>
            <a:off x="188850" y="312400"/>
            <a:ext cx="4469700" cy="449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a:endParaRPr/>
          </a:p>
        </p:txBody>
      </p:sp>
      <p:sp>
        <p:nvSpPr>
          <p:cNvPr id="53" name="Google Shape;53;p13"/>
          <p:cNvSpPr txBox="1">
            <a:spLocks noGrp="1"/>
          </p:cNvSpPr>
          <p:nvPr>
            <p:ph type="body" idx="2"/>
          </p:nvPr>
        </p:nvSpPr>
        <p:spPr>
          <a:xfrm>
            <a:off x="4523800" y="1983025"/>
            <a:ext cx="4043400" cy="2478900"/>
          </a:xfrm>
          <a:prstGeom prst="rect">
            <a:avLst/>
          </a:prstGeom>
          <a:noFill/>
          <a:ln>
            <a:noFill/>
          </a:ln>
        </p:spPr>
        <p:txBody>
          <a:bodyPr spcFirstLastPara="1" wrap="square" lIns="91425" tIns="91425" rIns="91425" bIns="91425" anchor="t" anchorCtr="0">
            <a:noAutofit/>
          </a:bodyPr>
          <a:lstStyle>
            <a:lvl1pPr marL="457200" lvl="0"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marL="914400" lvl="1"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marL="1371600" lvl="2"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marL="1828800" lvl="3"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marL="2286000" lvl="4"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marL="2743200" lvl="5"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marL="3200400" lvl="6"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marL="3657600" lvl="7"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marL="4114800" lvl="8" indent="-28575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7.xml"/><Relationship Id="rId6" Type="http://schemas.openxmlformats.org/officeDocument/2006/relationships/image" Target="../media/image6.gif"/><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47.xml"/><Relationship Id="rId5" Type="http://schemas.openxmlformats.org/officeDocument/2006/relationships/image" Target="../media/image15.jp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5"/>
          <p:cNvSpPr txBox="1">
            <a:spLocks noGrp="1"/>
          </p:cNvSpPr>
          <p:nvPr>
            <p:ph type="title"/>
          </p:nvPr>
        </p:nvSpPr>
        <p:spPr>
          <a:xfrm>
            <a:off x="88325" y="199650"/>
            <a:ext cx="7865400" cy="3203700"/>
          </a:xfrm>
          <a:prstGeom prst="rect">
            <a:avLst/>
          </a:prstGeom>
        </p:spPr>
        <p:txBody>
          <a:bodyPr spcFirstLastPara="1" wrap="square" lIns="0" tIns="91425" rIns="91425" bIns="0" anchor="b" anchorCtr="0">
            <a:noAutofit/>
          </a:bodyPr>
          <a:lstStyle/>
          <a:p>
            <a:pPr marL="0" lvl="0" indent="0" algn="l" rtl="0">
              <a:lnSpc>
                <a:spcPct val="142857"/>
              </a:lnSpc>
              <a:spcBef>
                <a:spcPts val="0"/>
              </a:spcBef>
              <a:spcAft>
                <a:spcPts val="0"/>
              </a:spcAft>
              <a:buNone/>
            </a:pPr>
            <a:r>
              <a:rPr lang="en" sz="2750">
                <a:latin typeface="Arial"/>
                <a:ea typeface="Arial"/>
                <a:cs typeface="Arial"/>
                <a:sym typeface="Arial"/>
              </a:rPr>
              <a:t>Analyzing the Influence of Neighbourhood and Other Property Attributes on Calgary’s 2025 Property Assessment Values</a:t>
            </a:r>
            <a:endParaRPr sz="2750">
              <a:latin typeface="Arial"/>
              <a:ea typeface="Arial"/>
              <a:cs typeface="Arial"/>
              <a:sym typeface="Arial"/>
            </a:endParaRPr>
          </a:p>
          <a:p>
            <a:pPr marL="0" lvl="0" indent="0" algn="l" rtl="0">
              <a:spcBef>
                <a:spcPts val="0"/>
              </a:spcBef>
              <a:spcAft>
                <a:spcPts val="0"/>
              </a:spcAft>
              <a:buNone/>
            </a:pPr>
            <a:endParaRPr sz="5500"/>
          </a:p>
        </p:txBody>
      </p:sp>
      <p:sp>
        <p:nvSpPr>
          <p:cNvPr id="594" name="Google Shape;594;p55"/>
          <p:cNvSpPr txBox="1"/>
          <p:nvPr/>
        </p:nvSpPr>
        <p:spPr>
          <a:xfrm>
            <a:off x="88325" y="4576475"/>
            <a:ext cx="6636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accent2"/>
                </a:solidFill>
              </a:rPr>
              <a:t>By: Bhuvan Dubey, Jimoh Adewumi and Adewale Adewumi </a:t>
            </a:r>
            <a:endParaRPr sz="180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6"/>
          <p:cNvSpPr txBox="1">
            <a:spLocks noGrp="1"/>
          </p:cNvSpPr>
          <p:nvPr>
            <p:ph type="title"/>
          </p:nvPr>
        </p:nvSpPr>
        <p:spPr>
          <a:xfrm>
            <a:off x="0" y="313800"/>
            <a:ext cx="4060200" cy="587700"/>
          </a:xfrm>
          <a:prstGeom prst="rect">
            <a:avLst/>
          </a:prstGeom>
        </p:spPr>
        <p:txBody>
          <a:bodyPr spcFirstLastPara="1" wrap="square" lIns="0" tIns="91425" rIns="91425" bIns="0" anchor="b" anchorCtr="0">
            <a:noAutofit/>
          </a:bodyPr>
          <a:lstStyle/>
          <a:p>
            <a:pPr marL="0" lvl="0" indent="0" algn="l" rtl="0">
              <a:spcBef>
                <a:spcPts val="0"/>
              </a:spcBef>
              <a:spcAft>
                <a:spcPts val="0"/>
              </a:spcAft>
              <a:buNone/>
            </a:pPr>
            <a:r>
              <a:rPr lang="en">
                <a:solidFill>
                  <a:schemeClr val="lt1"/>
                </a:solidFill>
              </a:rPr>
              <a:t>Guiding Question</a:t>
            </a:r>
            <a:endParaRPr>
              <a:solidFill>
                <a:schemeClr val="lt1"/>
              </a:solidFill>
            </a:endParaRPr>
          </a:p>
        </p:txBody>
      </p:sp>
      <p:sp>
        <p:nvSpPr>
          <p:cNvPr id="600" name="Google Shape;600;p56"/>
          <p:cNvSpPr txBox="1">
            <a:spLocks noGrp="1"/>
          </p:cNvSpPr>
          <p:nvPr>
            <p:ph type="subTitle" idx="1"/>
          </p:nvPr>
        </p:nvSpPr>
        <p:spPr>
          <a:xfrm>
            <a:off x="0" y="809000"/>
            <a:ext cx="9088500" cy="7818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Font typeface="Noto Sans Symbols"/>
              <a:buChar char="●"/>
            </a:pPr>
            <a:r>
              <a:rPr lang="en" sz="1500" b="1">
                <a:latin typeface="Calibri"/>
                <a:ea typeface="Calibri"/>
                <a:cs typeface="Calibri"/>
                <a:sym typeface="Calibri"/>
              </a:rPr>
              <a:t>How does assessed value per square foot vary across land use designations and communities?</a:t>
            </a:r>
            <a:endParaRPr sz="1500" b="1">
              <a:latin typeface="Calibri"/>
              <a:ea typeface="Calibri"/>
              <a:cs typeface="Calibri"/>
              <a:sym typeface="Calibri"/>
            </a:endParaRPr>
          </a:p>
          <a:p>
            <a:pPr marL="457200" lvl="0" indent="-323850" algn="l" rtl="0">
              <a:spcBef>
                <a:spcPts val="800"/>
              </a:spcBef>
              <a:spcAft>
                <a:spcPts val="0"/>
              </a:spcAft>
              <a:buSzPts val="1500"/>
              <a:buFont typeface="Noto Sans Symbols"/>
              <a:buChar char="●"/>
            </a:pPr>
            <a:r>
              <a:rPr lang="en" sz="1500" b="1">
                <a:latin typeface="Calibri"/>
                <a:ea typeface="Calibri"/>
                <a:cs typeface="Calibri"/>
                <a:sym typeface="Calibri"/>
              </a:rPr>
              <a:t>Which communities show the highest average assessed values and lowest average assessed values?</a:t>
            </a:r>
            <a:endParaRPr sz="1500" b="1">
              <a:latin typeface="Calibri"/>
              <a:ea typeface="Calibri"/>
              <a:cs typeface="Calibri"/>
              <a:sym typeface="Calibri"/>
            </a:endParaRPr>
          </a:p>
          <a:p>
            <a:pPr marL="0" lvl="0" indent="0" algn="l" rtl="0">
              <a:spcBef>
                <a:spcPts val="800"/>
              </a:spcBef>
              <a:spcAft>
                <a:spcPts val="0"/>
              </a:spcAft>
              <a:buNone/>
            </a:pPr>
            <a:endParaRPr sz="1500" b="1"/>
          </a:p>
        </p:txBody>
      </p:sp>
      <p:sp>
        <p:nvSpPr>
          <p:cNvPr id="601" name="Google Shape;601;p56"/>
          <p:cNvSpPr txBox="1"/>
          <p:nvPr/>
        </p:nvSpPr>
        <p:spPr>
          <a:xfrm>
            <a:off x="63300" y="171845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lt1"/>
                </a:solidFill>
                <a:latin typeface="Red Hat Display"/>
                <a:ea typeface="Red Hat Display"/>
                <a:cs typeface="Red Hat Display"/>
                <a:sym typeface="Red Hat Display"/>
              </a:rPr>
              <a:t>Motivation</a:t>
            </a:r>
            <a:endParaRPr>
              <a:solidFill>
                <a:schemeClr val="lt1"/>
              </a:solidFill>
            </a:endParaRPr>
          </a:p>
        </p:txBody>
      </p:sp>
      <p:sp>
        <p:nvSpPr>
          <p:cNvPr id="602" name="Google Shape;602;p56"/>
          <p:cNvSpPr txBox="1"/>
          <p:nvPr/>
        </p:nvSpPr>
        <p:spPr>
          <a:xfrm>
            <a:off x="0" y="2206500"/>
            <a:ext cx="8676900" cy="1734900"/>
          </a:xfrm>
          <a:prstGeom prst="rect">
            <a:avLst/>
          </a:prstGeom>
          <a:noFill/>
          <a:ln>
            <a:noFill/>
          </a:ln>
        </p:spPr>
        <p:txBody>
          <a:bodyPr spcFirstLastPara="1" wrap="square" lIns="91425" tIns="91425" rIns="91425" bIns="91425" anchor="t" anchorCtr="0">
            <a:spAutoFit/>
          </a:bodyPr>
          <a:lstStyle/>
          <a:p>
            <a:pPr marL="0" lvl="0" indent="0" algn="l" rtl="0">
              <a:lnSpc>
                <a:spcPct val="142857"/>
              </a:lnSpc>
              <a:spcBef>
                <a:spcPts val="0"/>
              </a:spcBef>
              <a:spcAft>
                <a:spcPts val="0"/>
              </a:spcAft>
              <a:buNone/>
            </a:pPr>
            <a:r>
              <a:rPr lang="en" sz="1500" b="1">
                <a:solidFill>
                  <a:schemeClr val="lt1"/>
                </a:solidFill>
              </a:rPr>
              <a:t>Our team is passionate about transforming parcel-level data into actionable insights that empower a wide range of stakeholders—analysts, urban planners, real estate professionals, researchers, residents, and even prospective home buyers. By unlocking the value hidden in property data, we aim to support smarter decisions and create a clearer picture of Calgary’s housing landscape.</a:t>
            </a:r>
            <a:endParaRPr sz="1500" b="1">
              <a:solidFill>
                <a:schemeClr val="lt1"/>
              </a:solidFill>
              <a:latin typeface="Red Hat Display"/>
              <a:ea typeface="Red Hat Display"/>
              <a:cs typeface="Red Hat Display"/>
              <a:sym typeface="Red Hat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57"/>
          <p:cNvSpPr txBox="1">
            <a:spLocks noGrp="1"/>
          </p:cNvSpPr>
          <p:nvPr>
            <p:ph type="title"/>
          </p:nvPr>
        </p:nvSpPr>
        <p:spPr>
          <a:xfrm>
            <a:off x="0" y="170850"/>
            <a:ext cx="1835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a:t>
            </a:r>
            <a:endParaRPr/>
          </a:p>
        </p:txBody>
      </p:sp>
      <p:sp>
        <p:nvSpPr>
          <p:cNvPr id="608" name="Google Shape;608;p57"/>
          <p:cNvSpPr txBox="1">
            <a:spLocks noGrp="1"/>
          </p:cNvSpPr>
          <p:nvPr>
            <p:ph type="body" idx="1"/>
          </p:nvPr>
        </p:nvSpPr>
        <p:spPr>
          <a:xfrm>
            <a:off x="0" y="520150"/>
            <a:ext cx="4716600" cy="2340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300" dirty="0"/>
              <a:t>Property assessments guide municipal tax allocation. </a:t>
            </a:r>
            <a:endParaRPr sz="1300" dirty="0"/>
          </a:p>
          <a:p>
            <a:pPr marL="457200" lvl="0" indent="-311150" algn="l" rtl="0">
              <a:spcBef>
                <a:spcPts val="0"/>
              </a:spcBef>
              <a:spcAft>
                <a:spcPts val="0"/>
              </a:spcAft>
              <a:buSzPts val="1300"/>
              <a:buChar char="●"/>
            </a:pPr>
            <a:r>
              <a:rPr lang="en" sz="1300" dirty="0"/>
              <a:t>Influenced by: </a:t>
            </a:r>
            <a:endParaRPr sz="1300" dirty="0"/>
          </a:p>
          <a:p>
            <a:pPr marL="914400" lvl="1" indent="-311150" algn="l" rtl="0">
              <a:spcBef>
                <a:spcPts val="0"/>
              </a:spcBef>
              <a:spcAft>
                <a:spcPts val="0"/>
              </a:spcAft>
              <a:buSzPts val="1300"/>
              <a:buChar char="○"/>
            </a:pPr>
            <a:r>
              <a:rPr lang="en" sz="1300" dirty="0"/>
              <a:t>Parcel size </a:t>
            </a:r>
            <a:endParaRPr sz="1300" dirty="0"/>
          </a:p>
          <a:p>
            <a:pPr marL="914400" lvl="1" indent="-311150" algn="l" rtl="0">
              <a:spcBef>
                <a:spcPts val="0"/>
              </a:spcBef>
              <a:spcAft>
                <a:spcPts val="0"/>
              </a:spcAft>
              <a:buSzPts val="1300"/>
              <a:buChar char="○"/>
            </a:pPr>
            <a:r>
              <a:rPr lang="en" sz="1300" dirty="0"/>
              <a:t>Land-use designation </a:t>
            </a:r>
            <a:endParaRPr sz="1300" dirty="0"/>
          </a:p>
          <a:p>
            <a:pPr marL="914400" lvl="1" indent="-311150" algn="l" rtl="0">
              <a:spcBef>
                <a:spcPts val="0"/>
              </a:spcBef>
              <a:spcAft>
                <a:spcPts val="0"/>
              </a:spcAft>
              <a:buSzPts val="1300"/>
              <a:buChar char="○"/>
            </a:pPr>
            <a:r>
              <a:rPr lang="en" sz="1300" dirty="0"/>
              <a:t>Building characteristics (age, type, floor area etc.) </a:t>
            </a:r>
            <a:endParaRPr sz="1300" dirty="0"/>
          </a:p>
          <a:p>
            <a:pPr marL="914400" lvl="1" indent="-311150" algn="l" rtl="0">
              <a:spcBef>
                <a:spcPts val="0"/>
              </a:spcBef>
              <a:spcAft>
                <a:spcPts val="0"/>
              </a:spcAft>
              <a:buSzPts val="1300"/>
              <a:buChar char="○"/>
            </a:pPr>
            <a:r>
              <a:rPr lang="en" sz="1300" dirty="0"/>
              <a:t>Community/location </a:t>
            </a:r>
            <a:endParaRPr sz="1300" dirty="0"/>
          </a:p>
          <a:p>
            <a:pPr marL="457200" lvl="0" indent="-311150" algn="l" rtl="0">
              <a:spcBef>
                <a:spcPts val="0"/>
              </a:spcBef>
              <a:spcAft>
                <a:spcPts val="0"/>
              </a:spcAft>
              <a:buSzPts val="1300"/>
              <a:buChar char="●"/>
            </a:pPr>
            <a:r>
              <a:rPr lang="en" sz="1300" dirty="0"/>
              <a:t>Assessments help analyze socio-economic differences and land-use diversity across communities. </a:t>
            </a:r>
            <a:endParaRPr sz="1300" dirty="0"/>
          </a:p>
          <a:p>
            <a:pPr marL="457200" lvl="0" indent="-311150" algn="l" rtl="0">
              <a:spcBef>
                <a:spcPts val="0"/>
              </a:spcBef>
              <a:spcAft>
                <a:spcPts val="0"/>
              </a:spcAft>
              <a:buSzPts val="1300"/>
              <a:buChar char="●"/>
            </a:pPr>
            <a:r>
              <a:rPr lang="en" sz="1300" dirty="0"/>
              <a:t>Prior literature: neighbourhood location is a strong predictor of housing value (Gyourko et al., 2006). </a:t>
            </a:r>
            <a:endParaRPr sz="1300" dirty="0"/>
          </a:p>
          <a:p>
            <a:pPr marL="457200" lvl="0" indent="-311150" algn="l" rtl="0">
              <a:spcBef>
                <a:spcPts val="0"/>
              </a:spcBef>
              <a:spcAft>
                <a:spcPts val="0"/>
              </a:spcAft>
              <a:buSzPts val="1300"/>
              <a:buChar char="●"/>
            </a:pPr>
            <a:r>
              <a:rPr lang="en" sz="1300" dirty="0"/>
              <a:t>Parcel size and built form also major contributors.</a:t>
            </a:r>
            <a:endParaRPr sz="1300" dirty="0"/>
          </a:p>
        </p:txBody>
      </p:sp>
      <p:sp>
        <p:nvSpPr>
          <p:cNvPr id="609" name="Google Shape;609;p57"/>
          <p:cNvSpPr txBox="1">
            <a:spLocks noGrp="1"/>
          </p:cNvSpPr>
          <p:nvPr>
            <p:ph type="title"/>
          </p:nvPr>
        </p:nvSpPr>
        <p:spPr>
          <a:xfrm>
            <a:off x="5173950" y="228600"/>
            <a:ext cx="306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Background</a:t>
            </a:r>
            <a:endParaRPr/>
          </a:p>
        </p:txBody>
      </p:sp>
      <p:sp>
        <p:nvSpPr>
          <p:cNvPr id="610" name="Google Shape;610;p57"/>
          <p:cNvSpPr txBox="1"/>
          <p:nvPr/>
        </p:nvSpPr>
        <p:spPr>
          <a:xfrm>
            <a:off x="4877725" y="801300"/>
            <a:ext cx="4266300" cy="17856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lt1"/>
              </a:buClr>
              <a:buSzPts val="1300"/>
              <a:buFont typeface="Red Hat Display"/>
              <a:buChar char="●"/>
            </a:pPr>
            <a:r>
              <a:rPr lang="en" sz="1300">
                <a:solidFill>
                  <a:schemeClr val="lt1"/>
                </a:solidFill>
                <a:latin typeface="Red Hat Display"/>
                <a:ea typeface="Red Hat Display"/>
                <a:cs typeface="Red Hat Display"/>
                <a:sym typeface="Red Hat Display"/>
              </a:rPr>
              <a:t>Data source: City of Calgary — Current Year Property Assessments (2025). </a:t>
            </a:r>
            <a:endParaRPr sz="1300">
              <a:solidFill>
                <a:schemeClr val="lt1"/>
              </a:solidFill>
              <a:latin typeface="Red Hat Display"/>
              <a:ea typeface="Red Hat Display"/>
              <a:cs typeface="Red Hat Display"/>
              <a:sym typeface="Red Hat Display"/>
            </a:endParaRPr>
          </a:p>
          <a:p>
            <a:pPr marL="457200" lvl="0" indent="-311150" algn="l" rtl="0">
              <a:spcBef>
                <a:spcPts val="0"/>
              </a:spcBef>
              <a:spcAft>
                <a:spcPts val="0"/>
              </a:spcAft>
              <a:buClr>
                <a:schemeClr val="lt1"/>
              </a:buClr>
              <a:buSzPts val="1300"/>
              <a:buFont typeface="Red Hat Display"/>
              <a:buChar char="●"/>
            </a:pPr>
            <a:r>
              <a:rPr lang="en" sz="1300">
                <a:solidFill>
                  <a:schemeClr val="lt1"/>
                </a:solidFill>
                <a:latin typeface="Red Hat Display"/>
                <a:ea typeface="Red Hat Display"/>
                <a:cs typeface="Red Hat Display"/>
                <a:sym typeface="Red Hat Display"/>
              </a:rPr>
              <a:t>Population: all taxable parcels across all communities and property types.</a:t>
            </a:r>
            <a:endParaRPr sz="1300">
              <a:solidFill>
                <a:schemeClr val="lt1"/>
              </a:solidFill>
              <a:latin typeface="Red Hat Display"/>
              <a:ea typeface="Red Hat Display"/>
              <a:cs typeface="Red Hat Display"/>
              <a:sym typeface="Red Hat Display"/>
            </a:endParaRPr>
          </a:p>
          <a:p>
            <a:pPr marL="457200" lvl="0" indent="-311150" algn="l" rtl="0">
              <a:spcBef>
                <a:spcPts val="0"/>
              </a:spcBef>
              <a:spcAft>
                <a:spcPts val="0"/>
              </a:spcAft>
              <a:buClr>
                <a:schemeClr val="lt1"/>
              </a:buClr>
              <a:buSzPts val="1300"/>
              <a:buFont typeface="Red Hat Display"/>
              <a:buChar char="●"/>
            </a:pPr>
            <a:r>
              <a:rPr lang="en" sz="1300">
                <a:solidFill>
                  <a:schemeClr val="lt1"/>
                </a:solidFill>
                <a:latin typeface="Red Hat Display"/>
                <a:ea typeface="Red Hat Display"/>
                <a:cs typeface="Red Hat Display"/>
                <a:sym typeface="Red Hat Display"/>
              </a:rPr>
              <a:t> Key variables: </a:t>
            </a:r>
            <a:endParaRPr sz="1300">
              <a:solidFill>
                <a:schemeClr val="lt1"/>
              </a:solidFill>
              <a:latin typeface="Red Hat Display"/>
              <a:ea typeface="Red Hat Display"/>
              <a:cs typeface="Red Hat Display"/>
              <a:sym typeface="Red Hat Display"/>
            </a:endParaRPr>
          </a:p>
          <a:p>
            <a:pPr marL="457200" lvl="0" indent="0" algn="l" rtl="0">
              <a:spcBef>
                <a:spcPts val="0"/>
              </a:spcBef>
              <a:spcAft>
                <a:spcPts val="0"/>
              </a:spcAft>
              <a:buNone/>
            </a:pPr>
            <a:r>
              <a:rPr lang="en" sz="1300">
                <a:solidFill>
                  <a:schemeClr val="lt1"/>
                </a:solidFill>
                <a:latin typeface="Red Hat Display"/>
                <a:ea typeface="Red Hat Display"/>
                <a:cs typeface="Red Hat Display"/>
                <a:sym typeface="Red Hat Display"/>
              </a:rPr>
              <a:t>Assessed value,Land size,Property type ,Land-use designation  and Community </a:t>
            </a:r>
            <a:endParaRPr sz="1300">
              <a:solidFill>
                <a:schemeClr val="lt1"/>
              </a:solidFill>
              <a:latin typeface="Red Hat Display"/>
              <a:ea typeface="Red Hat Display"/>
              <a:cs typeface="Red Hat Display"/>
              <a:sym typeface="Red Hat Display"/>
            </a:endParaRPr>
          </a:p>
          <a:p>
            <a:pPr marL="457200" lvl="0" indent="0" algn="l" rtl="0">
              <a:spcBef>
                <a:spcPts val="0"/>
              </a:spcBef>
              <a:spcAft>
                <a:spcPts val="0"/>
              </a:spcAft>
              <a:buNone/>
            </a:pPr>
            <a:endParaRPr sz="1300">
              <a:solidFill>
                <a:schemeClr val="lt1"/>
              </a:solidFill>
              <a:latin typeface="Red Hat Display"/>
              <a:ea typeface="Red Hat Display"/>
              <a:cs typeface="Red Hat Display"/>
              <a:sym typeface="Red Hat Display"/>
            </a:endParaRPr>
          </a:p>
        </p:txBody>
      </p:sp>
      <p:cxnSp>
        <p:nvCxnSpPr>
          <p:cNvPr id="611" name="Google Shape;611;p57"/>
          <p:cNvCxnSpPr/>
          <p:nvPr/>
        </p:nvCxnSpPr>
        <p:spPr>
          <a:xfrm>
            <a:off x="0" y="3419625"/>
            <a:ext cx="9155100" cy="11100"/>
          </a:xfrm>
          <a:prstGeom prst="straightConnector1">
            <a:avLst/>
          </a:prstGeom>
          <a:noFill/>
          <a:ln w="28575" cap="flat" cmpd="sng">
            <a:solidFill>
              <a:schemeClr val="dk2"/>
            </a:solidFill>
            <a:prstDash val="solid"/>
            <a:round/>
            <a:headEnd type="none" w="med" len="med"/>
            <a:tailEnd type="none" w="med" len="med"/>
          </a:ln>
        </p:spPr>
      </p:cxnSp>
      <p:sp>
        <p:nvSpPr>
          <p:cNvPr id="612" name="Google Shape;612;p57"/>
          <p:cNvSpPr txBox="1">
            <a:spLocks noGrp="1"/>
          </p:cNvSpPr>
          <p:nvPr>
            <p:ph type="title"/>
          </p:nvPr>
        </p:nvSpPr>
        <p:spPr>
          <a:xfrm>
            <a:off x="0" y="3405663"/>
            <a:ext cx="4050300" cy="42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Methods</a:t>
            </a:r>
            <a:endParaRPr dirty="0"/>
          </a:p>
        </p:txBody>
      </p:sp>
      <p:sp>
        <p:nvSpPr>
          <p:cNvPr id="613" name="Google Shape;613;p57"/>
          <p:cNvSpPr txBox="1"/>
          <p:nvPr/>
        </p:nvSpPr>
        <p:spPr>
          <a:xfrm>
            <a:off x="63300" y="3793175"/>
            <a:ext cx="5587800" cy="133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dirty="0">
                <a:solidFill>
                  <a:schemeClr val="lt1"/>
                </a:solidFill>
                <a:latin typeface="Red Hat Display"/>
                <a:ea typeface="Red Hat Display"/>
                <a:cs typeface="Red Hat Display"/>
                <a:sym typeface="Red Hat Display"/>
              </a:rPr>
              <a:t>Statistical tools used: </a:t>
            </a:r>
            <a:endParaRPr sz="1500" dirty="0">
              <a:solidFill>
                <a:schemeClr val="lt1"/>
              </a:solidFill>
              <a:latin typeface="Red Hat Display"/>
              <a:ea typeface="Red Hat Display"/>
              <a:cs typeface="Red Hat Display"/>
              <a:sym typeface="Red Hat Display"/>
            </a:endParaRPr>
          </a:p>
          <a:p>
            <a:pPr marL="457200" lvl="0" indent="-323850" algn="l" rtl="0">
              <a:spcBef>
                <a:spcPts val="0"/>
              </a:spcBef>
              <a:spcAft>
                <a:spcPts val="0"/>
              </a:spcAft>
              <a:buClr>
                <a:schemeClr val="lt1"/>
              </a:buClr>
              <a:buSzPts val="1500"/>
              <a:buFont typeface="Red Hat Display"/>
              <a:buChar char="●"/>
            </a:pPr>
            <a:r>
              <a:rPr lang="en" sz="1500" dirty="0">
                <a:solidFill>
                  <a:schemeClr val="lt1"/>
                </a:solidFill>
                <a:latin typeface="Red Hat Display"/>
                <a:ea typeface="Red Hat Display"/>
                <a:cs typeface="Red Hat Display"/>
                <a:sym typeface="Red Hat Display"/>
              </a:rPr>
              <a:t>Descriptive statistics </a:t>
            </a:r>
            <a:endParaRPr sz="1500" dirty="0">
              <a:solidFill>
                <a:schemeClr val="lt1"/>
              </a:solidFill>
              <a:latin typeface="Red Hat Display"/>
              <a:ea typeface="Red Hat Display"/>
              <a:cs typeface="Red Hat Display"/>
              <a:sym typeface="Red Hat Display"/>
            </a:endParaRPr>
          </a:p>
          <a:p>
            <a:pPr marL="457200" lvl="0" indent="-323850" algn="l" rtl="0">
              <a:spcBef>
                <a:spcPts val="0"/>
              </a:spcBef>
              <a:spcAft>
                <a:spcPts val="0"/>
              </a:spcAft>
              <a:buClr>
                <a:schemeClr val="lt1"/>
              </a:buClr>
              <a:buSzPts val="1500"/>
              <a:buFont typeface="Red Hat Display"/>
              <a:buChar char="●"/>
            </a:pPr>
            <a:r>
              <a:rPr lang="en" sz="1500" dirty="0">
                <a:solidFill>
                  <a:schemeClr val="lt1"/>
                </a:solidFill>
                <a:latin typeface="Red Hat Display"/>
                <a:ea typeface="Red Hat Display"/>
                <a:cs typeface="Red Hat Display"/>
                <a:sym typeface="Red Hat Display"/>
              </a:rPr>
              <a:t>Multiple linear regression </a:t>
            </a:r>
            <a:endParaRPr sz="1500" dirty="0">
              <a:solidFill>
                <a:schemeClr val="lt1"/>
              </a:solidFill>
              <a:latin typeface="Red Hat Display"/>
              <a:ea typeface="Red Hat Display"/>
              <a:cs typeface="Red Hat Display"/>
              <a:sym typeface="Red Hat Display"/>
            </a:endParaRPr>
          </a:p>
          <a:p>
            <a:pPr marL="457200" lvl="0" indent="-323850" algn="l" rtl="0">
              <a:spcBef>
                <a:spcPts val="0"/>
              </a:spcBef>
              <a:spcAft>
                <a:spcPts val="0"/>
              </a:spcAft>
              <a:buClr>
                <a:schemeClr val="lt1"/>
              </a:buClr>
              <a:buSzPts val="1500"/>
              <a:buFont typeface="Red Hat Display"/>
              <a:buChar char="●"/>
            </a:pPr>
            <a:r>
              <a:rPr lang="en" sz="1500" dirty="0">
                <a:solidFill>
                  <a:schemeClr val="lt1"/>
                </a:solidFill>
                <a:latin typeface="Red Hat Display"/>
                <a:ea typeface="Red Hat Display"/>
                <a:cs typeface="Red Hat Display"/>
                <a:sym typeface="Red Hat Display"/>
              </a:rPr>
              <a:t>Best subset models</a:t>
            </a:r>
            <a:endParaRPr sz="1500" dirty="0">
              <a:solidFill>
                <a:schemeClr val="lt1"/>
              </a:solidFill>
              <a:latin typeface="Red Hat Display"/>
              <a:ea typeface="Red Hat Display"/>
              <a:cs typeface="Red Hat Display"/>
              <a:sym typeface="Red Hat Display"/>
            </a:endParaRPr>
          </a:p>
          <a:p>
            <a:pPr marL="457200" lvl="0" indent="-323850" algn="l" rtl="0">
              <a:spcBef>
                <a:spcPts val="0"/>
              </a:spcBef>
              <a:spcAft>
                <a:spcPts val="0"/>
              </a:spcAft>
              <a:buClr>
                <a:schemeClr val="lt1"/>
              </a:buClr>
              <a:buSzPts val="1500"/>
              <a:buFont typeface="Red Hat Display"/>
              <a:buChar char="●"/>
            </a:pPr>
            <a:r>
              <a:rPr lang="en" sz="1500" dirty="0">
                <a:solidFill>
                  <a:schemeClr val="lt1"/>
                </a:solidFill>
                <a:latin typeface="Red Hat Display"/>
                <a:ea typeface="Red Hat Display"/>
                <a:cs typeface="Red Hat Display"/>
                <a:sym typeface="Red Hat Display"/>
              </a:rPr>
              <a:t>Diagnostics: residual plots, VIF, assumption checks</a:t>
            </a:r>
            <a:endParaRPr sz="1500" dirty="0">
              <a:solidFill>
                <a:schemeClr val="lt1"/>
              </a:solidFill>
              <a:latin typeface="Red Hat Display"/>
              <a:ea typeface="Red Hat Display"/>
              <a:cs typeface="Red Hat Display"/>
              <a:sym typeface="Red Hat Display"/>
            </a:endParaRPr>
          </a:p>
        </p:txBody>
      </p:sp>
      <p:cxnSp>
        <p:nvCxnSpPr>
          <p:cNvPr id="614" name="Google Shape;614;p57"/>
          <p:cNvCxnSpPr>
            <a:cxnSpLocks/>
          </p:cNvCxnSpPr>
          <p:nvPr/>
        </p:nvCxnSpPr>
        <p:spPr>
          <a:xfrm>
            <a:off x="4708725" y="15375"/>
            <a:ext cx="0" cy="341535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8"/>
          <p:cNvSpPr txBox="1">
            <a:spLocks noGrp="1"/>
          </p:cNvSpPr>
          <p:nvPr>
            <p:ph type="title"/>
          </p:nvPr>
        </p:nvSpPr>
        <p:spPr>
          <a:xfrm>
            <a:off x="-53775" y="0"/>
            <a:ext cx="78342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Visualization For Average Assessed Values </a:t>
            </a:r>
            <a:endParaRPr/>
          </a:p>
        </p:txBody>
      </p:sp>
      <p:pic>
        <p:nvPicPr>
          <p:cNvPr id="620" name="Google Shape;620;p58"/>
          <p:cNvPicPr preferRelativeResize="0"/>
          <p:nvPr/>
        </p:nvPicPr>
        <p:blipFill>
          <a:blip r:embed="rId3">
            <a:alphaModFix/>
          </a:blip>
          <a:stretch>
            <a:fillRect/>
          </a:stretch>
        </p:blipFill>
        <p:spPr>
          <a:xfrm>
            <a:off x="5437425" y="2765350"/>
            <a:ext cx="3649600" cy="2238025"/>
          </a:xfrm>
          <a:prstGeom prst="rect">
            <a:avLst/>
          </a:prstGeom>
          <a:noFill/>
          <a:ln>
            <a:noFill/>
          </a:ln>
        </p:spPr>
      </p:pic>
      <p:pic>
        <p:nvPicPr>
          <p:cNvPr id="621" name="Google Shape;621;p58"/>
          <p:cNvPicPr preferRelativeResize="0"/>
          <p:nvPr/>
        </p:nvPicPr>
        <p:blipFill>
          <a:blip r:embed="rId4">
            <a:alphaModFix/>
          </a:blip>
          <a:stretch>
            <a:fillRect/>
          </a:stretch>
        </p:blipFill>
        <p:spPr>
          <a:xfrm>
            <a:off x="5437425" y="509750"/>
            <a:ext cx="3649600" cy="2177000"/>
          </a:xfrm>
          <a:prstGeom prst="rect">
            <a:avLst/>
          </a:prstGeom>
          <a:noFill/>
          <a:ln>
            <a:noFill/>
          </a:ln>
        </p:spPr>
      </p:pic>
      <p:pic>
        <p:nvPicPr>
          <p:cNvPr id="622" name="Google Shape;622;p58"/>
          <p:cNvPicPr preferRelativeResize="0"/>
          <p:nvPr/>
        </p:nvPicPr>
        <p:blipFill>
          <a:blip r:embed="rId5">
            <a:alphaModFix/>
          </a:blip>
          <a:stretch>
            <a:fillRect/>
          </a:stretch>
        </p:blipFill>
        <p:spPr>
          <a:xfrm>
            <a:off x="1590950" y="1641901"/>
            <a:ext cx="3716950" cy="2269076"/>
          </a:xfrm>
          <a:prstGeom prst="rect">
            <a:avLst/>
          </a:prstGeom>
          <a:noFill/>
          <a:ln>
            <a:noFill/>
          </a:ln>
        </p:spPr>
      </p:pic>
      <p:sp>
        <p:nvSpPr>
          <p:cNvPr id="623" name="Google Shape;623;p58"/>
          <p:cNvSpPr txBox="1">
            <a:spLocks noGrp="1"/>
          </p:cNvSpPr>
          <p:nvPr>
            <p:ph type="subTitle" idx="5"/>
          </p:nvPr>
        </p:nvSpPr>
        <p:spPr>
          <a:xfrm>
            <a:off x="0" y="509750"/>
            <a:ext cx="4147200" cy="72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Statistical Question: </a:t>
            </a:r>
            <a:r>
              <a:rPr lang="en" sz="1300" i="1"/>
              <a:t>Which communities show the highest average assessed values and lowest average assessed values?</a:t>
            </a:r>
            <a:endParaRPr sz="1300" i="1"/>
          </a:p>
          <a:p>
            <a:pPr marL="0" lvl="0" indent="0" algn="l" rtl="0">
              <a:spcBef>
                <a:spcPts val="0"/>
              </a:spcBef>
              <a:spcAft>
                <a:spcPts val="0"/>
              </a:spcAft>
              <a:buNone/>
            </a:pPr>
            <a:endParaRPr sz="1100"/>
          </a:p>
        </p:txBody>
      </p:sp>
      <p:sp>
        <p:nvSpPr>
          <p:cNvPr id="624" name="Google Shape;624;p58"/>
          <p:cNvSpPr txBox="1"/>
          <p:nvPr/>
        </p:nvSpPr>
        <p:spPr>
          <a:xfrm>
            <a:off x="0" y="1175200"/>
            <a:ext cx="5899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1"/>
                </a:solidFill>
                <a:latin typeface="Red Hat Display"/>
                <a:ea typeface="Red Hat Display"/>
                <a:cs typeface="Red Hat Display"/>
                <a:sym typeface="Red Hat Display"/>
              </a:rPr>
              <a:t>Null Hypothesis : No difference in mean assessed values across communities. </a:t>
            </a:r>
            <a:endParaRPr sz="1200">
              <a:solidFill>
                <a:schemeClr val="lt1"/>
              </a:solidFill>
              <a:latin typeface="Red Hat Display"/>
              <a:ea typeface="Red Hat Display"/>
              <a:cs typeface="Red Hat Display"/>
              <a:sym typeface="Red Hat Display"/>
            </a:endParaRPr>
          </a:p>
          <a:p>
            <a:pPr marL="0" lvl="0" indent="0" algn="l" rtl="0">
              <a:spcBef>
                <a:spcPts val="0"/>
              </a:spcBef>
              <a:spcAft>
                <a:spcPts val="0"/>
              </a:spcAft>
              <a:buNone/>
            </a:pPr>
            <a:r>
              <a:rPr lang="en" sz="1200">
                <a:solidFill>
                  <a:schemeClr val="lt1"/>
                </a:solidFill>
                <a:latin typeface="Red Hat Display"/>
                <a:ea typeface="Red Hat Display"/>
                <a:cs typeface="Red Hat Display"/>
                <a:sym typeface="Red Hat Display"/>
              </a:rPr>
              <a:t>Alternate Hypothesis : At least one community differs in mean assessed value. </a:t>
            </a:r>
            <a:endParaRPr sz="1200">
              <a:solidFill>
                <a:schemeClr val="lt1"/>
              </a:solidFill>
              <a:latin typeface="Red Hat Display"/>
              <a:ea typeface="Red Hat Display"/>
              <a:cs typeface="Red Hat Display"/>
              <a:sym typeface="Red Hat Display"/>
            </a:endParaRPr>
          </a:p>
        </p:txBody>
      </p:sp>
      <p:sp>
        <p:nvSpPr>
          <p:cNvPr id="625" name="Google Shape;625;p58"/>
          <p:cNvSpPr txBox="1"/>
          <p:nvPr/>
        </p:nvSpPr>
        <p:spPr>
          <a:xfrm>
            <a:off x="70000" y="3859300"/>
            <a:ext cx="5107200" cy="122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lt1"/>
                </a:solidFill>
              </a:rPr>
              <a:t>R-CG</a:t>
            </a:r>
            <a:r>
              <a:rPr lang="en" sz="800">
                <a:solidFill>
                  <a:schemeClr val="lt1"/>
                </a:solidFill>
              </a:rPr>
              <a:t> is a residential designation that is primarily for rowhouses but also allows for single detached, side-by-side and duplex homes that may include a secondary suite.</a:t>
            </a:r>
            <a:endParaRPr sz="800">
              <a:solidFill>
                <a:schemeClr val="lt1"/>
              </a:solidFill>
            </a:endParaRPr>
          </a:p>
          <a:p>
            <a:pPr marL="0" lvl="0" indent="0" algn="l" rtl="0">
              <a:spcBef>
                <a:spcPts val="0"/>
              </a:spcBef>
              <a:spcAft>
                <a:spcPts val="0"/>
              </a:spcAft>
              <a:buNone/>
            </a:pPr>
            <a:r>
              <a:rPr lang="en" sz="800">
                <a:solidFill>
                  <a:schemeClr val="lt1"/>
                </a:solidFill>
              </a:rPr>
              <a:t>The </a:t>
            </a:r>
            <a:r>
              <a:rPr lang="en" sz="800" b="1">
                <a:solidFill>
                  <a:schemeClr val="lt1"/>
                </a:solidFill>
              </a:rPr>
              <a:t>R-G</a:t>
            </a:r>
            <a:r>
              <a:rPr lang="en" sz="800">
                <a:solidFill>
                  <a:schemeClr val="lt1"/>
                </a:solidFill>
              </a:rPr>
              <a:t> district is for a mix of low density housing forms in suburban greenfield locations , including single-detached, side by side, duplex , cottage housing clusters  and rowhouse development, all of which may include secondary suite.</a:t>
            </a:r>
            <a:endParaRPr sz="800">
              <a:solidFill>
                <a:schemeClr val="lt1"/>
              </a:solidFill>
            </a:endParaRPr>
          </a:p>
          <a:p>
            <a:pPr marL="0" lvl="0" indent="0" algn="l" rtl="0">
              <a:spcBef>
                <a:spcPts val="0"/>
              </a:spcBef>
              <a:spcAft>
                <a:spcPts val="0"/>
              </a:spcAft>
              <a:buNone/>
            </a:pPr>
            <a:r>
              <a:rPr lang="en" sz="800" b="1">
                <a:solidFill>
                  <a:schemeClr val="lt1"/>
                </a:solidFill>
              </a:rPr>
              <a:t>R-MH</a:t>
            </a:r>
            <a:r>
              <a:rPr lang="en" sz="800">
                <a:solidFill>
                  <a:schemeClr val="lt1"/>
                </a:solidFill>
              </a:rPr>
              <a:t> is a residential designation that is for mobile home parks.</a:t>
            </a:r>
            <a:endParaRPr sz="800">
              <a:solidFill>
                <a:schemeClr val="lt1"/>
              </a:solidFill>
            </a:endParaRPr>
          </a:p>
          <a:p>
            <a:pPr marL="0" lvl="0" indent="0" algn="l" rtl="0">
              <a:spcBef>
                <a:spcPts val="0"/>
              </a:spcBef>
              <a:spcAft>
                <a:spcPts val="0"/>
              </a:spcAft>
              <a:buNone/>
            </a:pPr>
            <a:r>
              <a:rPr lang="en" sz="800">
                <a:solidFill>
                  <a:schemeClr val="lt1"/>
                </a:solidFill>
              </a:rPr>
              <a:t>The </a:t>
            </a:r>
            <a:r>
              <a:rPr lang="en" sz="800" b="1">
                <a:solidFill>
                  <a:schemeClr val="lt1"/>
                </a:solidFill>
              </a:rPr>
              <a:t>R-Gm</a:t>
            </a:r>
            <a:r>
              <a:rPr lang="en" sz="800">
                <a:solidFill>
                  <a:schemeClr val="lt1"/>
                </a:solidFill>
              </a:rPr>
              <a:t> district is for a range of low density housing forms in suburban greenfield locations , including side by side, duplex , cottage housing clusters  and rowhouse development (but excluding single detached), all of which may include a secondary suite.</a:t>
            </a: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endParaRPr sz="800">
              <a:solidFill>
                <a:schemeClr val="lt1"/>
              </a:solidFill>
              <a:latin typeface="Red Hat Display"/>
              <a:ea typeface="Red Hat Display"/>
              <a:cs typeface="Red Hat Display"/>
              <a:sym typeface="Red Hat Display"/>
            </a:endParaRPr>
          </a:p>
        </p:txBody>
      </p:sp>
      <p:pic>
        <p:nvPicPr>
          <p:cNvPr id="626" name="Google Shape;626;p58" descr="a small white house with a pink front door (provided by Tenor)"/>
          <p:cNvPicPr preferRelativeResize="0"/>
          <p:nvPr/>
        </p:nvPicPr>
        <p:blipFill>
          <a:blip r:embed="rId6">
            <a:alphaModFix/>
          </a:blip>
          <a:stretch>
            <a:fillRect/>
          </a:stretch>
        </p:blipFill>
        <p:spPr>
          <a:xfrm>
            <a:off x="228600" y="2203025"/>
            <a:ext cx="960000" cy="960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59"/>
          <p:cNvSpPr txBox="1">
            <a:spLocks noGrp="1"/>
          </p:cNvSpPr>
          <p:nvPr>
            <p:ph type="title"/>
          </p:nvPr>
        </p:nvSpPr>
        <p:spPr>
          <a:xfrm>
            <a:off x="-53775" y="0"/>
            <a:ext cx="78342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Visualization For Average Assessed Values </a:t>
            </a:r>
            <a:endParaRPr/>
          </a:p>
        </p:txBody>
      </p:sp>
      <p:sp>
        <p:nvSpPr>
          <p:cNvPr id="632" name="Google Shape;632;p59"/>
          <p:cNvSpPr txBox="1">
            <a:spLocks noGrp="1"/>
          </p:cNvSpPr>
          <p:nvPr>
            <p:ph type="subTitle" idx="5"/>
          </p:nvPr>
        </p:nvSpPr>
        <p:spPr>
          <a:xfrm>
            <a:off x="0" y="509750"/>
            <a:ext cx="4147200" cy="72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Statistical Question: </a:t>
            </a:r>
            <a:r>
              <a:rPr lang="en" sz="1300" i="1"/>
              <a:t>Which communities show the highest average assessed values and lowest average assessed values?</a:t>
            </a:r>
            <a:endParaRPr sz="1300" i="1"/>
          </a:p>
          <a:p>
            <a:pPr marL="0" lvl="0" indent="0" algn="l" rtl="0">
              <a:spcBef>
                <a:spcPts val="0"/>
              </a:spcBef>
              <a:spcAft>
                <a:spcPts val="0"/>
              </a:spcAft>
              <a:buNone/>
            </a:pPr>
            <a:endParaRPr sz="1100"/>
          </a:p>
        </p:txBody>
      </p:sp>
      <p:sp>
        <p:nvSpPr>
          <p:cNvPr id="633" name="Google Shape;633;p59"/>
          <p:cNvSpPr txBox="1"/>
          <p:nvPr/>
        </p:nvSpPr>
        <p:spPr>
          <a:xfrm>
            <a:off x="0" y="1175200"/>
            <a:ext cx="5899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1"/>
                </a:solidFill>
                <a:latin typeface="Red Hat Display"/>
                <a:ea typeface="Red Hat Display"/>
                <a:cs typeface="Red Hat Display"/>
                <a:sym typeface="Red Hat Display"/>
              </a:rPr>
              <a:t>Null Hypothesis : No difference in mean assessed values across communities. </a:t>
            </a:r>
            <a:endParaRPr sz="1200">
              <a:solidFill>
                <a:schemeClr val="lt1"/>
              </a:solidFill>
              <a:latin typeface="Red Hat Display"/>
              <a:ea typeface="Red Hat Display"/>
              <a:cs typeface="Red Hat Display"/>
              <a:sym typeface="Red Hat Display"/>
            </a:endParaRPr>
          </a:p>
          <a:p>
            <a:pPr marL="0" lvl="0" indent="0" algn="l" rtl="0">
              <a:spcBef>
                <a:spcPts val="0"/>
              </a:spcBef>
              <a:spcAft>
                <a:spcPts val="0"/>
              </a:spcAft>
              <a:buNone/>
            </a:pPr>
            <a:r>
              <a:rPr lang="en" sz="1200">
                <a:solidFill>
                  <a:schemeClr val="lt1"/>
                </a:solidFill>
                <a:latin typeface="Red Hat Display"/>
                <a:ea typeface="Red Hat Display"/>
                <a:cs typeface="Red Hat Display"/>
                <a:sym typeface="Red Hat Display"/>
              </a:rPr>
              <a:t>Alternate Hypothesis : At least one community differs in mean assessed value. </a:t>
            </a:r>
            <a:endParaRPr sz="1200">
              <a:solidFill>
                <a:schemeClr val="lt1"/>
              </a:solidFill>
              <a:latin typeface="Red Hat Display"/>
              <a:ea typeface="Red Hat Display"/>
              <a:cs typeface="Red Hat Display"/>
              <a:sym typeface="Red Hat Display"/>
            </a:endParaRPr>
          </a:p>
        </p:txBody>
      </p:sp>
      <p:pic>
        <p:nvPicPr>
          <p:cNvPr id="634" name="Google Shape;634;p59"/>
          <p:cNvPicPr preferRelativeResize="0"/>
          <p:nvPr/>
        </p:nvPicPr>
        <p:blipFill>
          <a:blip r:embed="rId3">
            <a:alphaModFix/>
          </a:blip>
          <a:stretch>
            <a:fillRect/>
          </a:stretch>
        </p:blipFill>
        <p:spPr>
          <a:xfrm>
            <a:off x="55853" y="2258000"/>
            <a:ext cx="4526673" cy="2771199"/>
          </a:xfrm>
          <a:prstGeom prst="rect">
            <a:avLst/>
          </a:prstGeom>
          <a:noFill/>
          <a:ln>
            <a:noFill/>
          </a:ln>
        </p:spPr>
      </p:pic>
      <p:pic>
        <p:nvPicPr>
          <p:cNvPr id="635" name="Google Shape;635;p59"/>
          <p:cNvPicPr preferRelativeResize="0"/>
          <p:nvPr/>
        </p:nvPicPr>
        <p:blipFill>
          <a:blip r:embed="rId4">
            <a:alphaModFix/>
          </a:blip>
          <a:stretch>
            <a:fillRect/>
          </a:stretch>
        </p:blipFill>
        <p:spPr>
          <a:xfrm>
            <a:off x="4641627" y="2258000"/>
            <a:ext cx="4430122" cy="2789949"/>
          </a:xfrm>
          <a:prstGeom prst="rect">
            <a:avLst/>
          </a:prstGeom>
          <a:noFill/>
          <a:ln>
            <a:noFill/>
          </a:ln>
        </p:spPr>
      </p:pic>
      <p:sp>
        <p:nvSpPr>
          <p:cNvPr id="3" name="TextBox 2">
            <a:extLst>
              <a:ext uri="{FF2B5EF4-FFF2-40B4-BE49-F238E27FC236}">
                <a16:creationId xmlns:a16="http://schemas.microsoft.com/office/drawing/2014/main" id="{7DFA6F55-D271-E469-4520-00881820806A}"/>
              </a:ext>
            </a:extLst>
          </p:cNvPr>
          <p:cNvSpPr txBox="1"/>
          <p:nvPr/>
        </p:nvSpPr>
        <p:spPr>
          <a:xfrm>
            <a:off x="55853" y="1729300"/>
            <a:ext cx="8931129" cy="523220"/>
          </a:xfrm>
          <a:prstGeom prst="rect">
            <a:avLst/>
          </a:prstGeom>
          <a:noFill/>
        </p:spPr>
        <p:txBody>
          <a:bodyPr wrap="square">
            <a:spAutoFit/>
          </a:bodyPr>
          <a:lstStyle/>
          <a:p>
            <a:r>
              <a:rPr lang="en-CA" dirty="0">
                <a:solidFill>
                  <a:schemeClr val="bg2"/>
                </a:solidFill>
              </a:rPr>
              <a:t>There is substantial gap between the highest and lowest valued communities, often more than two million dollars in difference.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60"/>
          <p:cNvSpPr txBox="1">
            <a:spLocks noGrp="1"/>
          </p:cNvSpPr>
          <p:nvPr>
            <p:ph type="title"/>
          </p:nvPr>
        </p:nvSpPr>
        <p:spPr>
          <a:xfrm>
            <a:off x="31475" y="78150"/>
            <a:ext cx="8771400" cy="57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chemeClr val="accent2"/>
                </a:solidFill>
              </a:rPr>
              <a:t>Bar chart for </a:t>
            </a:r>
            <a:r>
              <a:rPr lang="en" sz="2400" b="1">
                <a:solidFill>
                  <a:schemeClr val="accent2"/>
                </a:solidFill>
                <a:latin typeface="Calibri"/>
                <a:ea typeface="Calibri"/>
                <a:cs typeface="Calibri"/>
                <a:sym typeface="Calibri"/>
              </a:rPr>
              <a:t>assessed value per square foot across communities</a:t>
            </a:r>
            <a:r>
              <a:rPr lang="en" sz="2400" b="1">
                <a:solidFill>
                  <a:schemeClr val="accent2"/>
                </a:solidFill>
              </a:rPr>
              <a:t> </a:t>
            </a:r>
            <a:endParaRPr sz="2400" b="1">
              <a:solidFill>
                <a:schemeClr val="accent2"/>
              </a:solidFill>
            </a:endParaRPr>
          </a:p>
        </p:txBody>
      </p:sp>
      <p:pic>
        <p:nvPicPr>
          <p:cNvPr id="641" name="Google Shape;641;p60"/>
          <p:cNvPicPr preferRelativeResize="0"/>
          <p:nvPr/>
        </p:nvPicPr>
        <p:blipFill>
          <a:blip r:embed="rId3">
            <a:alphaModFix/>
          </a:blip>
          <a:stretch>
            <a:fillRect/>
          </a:stretch>
        </p:blipFill>
        <p:spPr>
          <a:xfrm>
            <a:off x="46089" y="2365875"/>
            <a:ext cx="4396801" cy="2651175"/>
          </a:xfrm>
          <a:prstGeom prst="rect">
            <a:avLst/>
          </a:prstGeom>
          <a:noFill/>
          <a:ln>
            <a:noFill/>
          </a:ln>
        </p:spPr>
      </p:pic>
      <p:sp>
        <p:nvSpPr>
          <p:cNvPr id="642" name="Google Shape;642;p60"/>
          <p:cNvSpPr txBox="1"/>
          <p:nvPr/>
        </p:nvSpPr>
        <p:spPr>
          <a:xfrm>
            <a:off x="31475" y="820925"/>
            <a:ext cx="8771400" cy="1221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lt1"/>
                </a:solidFill>
                <a:latin typeface="Red Hat Display"/>
                <a:ea typeface="Red Hat Display"/>
                <a:cs typeface="Red Hat Display"/>
                <a:sym typeface="Red Hat Display"/>
              </a:rPr>
              <a:t>Statistical Question: </a:t>
            </a:r>
            <a:r>
              <a:rPr lang="en" sz="1500" b="1">
                <a:solidFill>
                  <a:schemeClr val="lt1"/>
                </a:solidFill>
                <a:latin typeface="Calibri"/>
                <a:ea typeface="Calibri"/>
                <a:cs typeface="Calibri"/>
                <a:sym typeface="Calibri"/>
              </a:rPr>
              <a:t>How does assessed value per square Foot vary across land use designations and communities? </a:t>
            </a:r>
            <a:endParaRPr sz="1500" b="1">
              <a:solidFill>
                <a:schemeClr val="lt1"/>
              </a:solidFill>
              <a:latin typeface="Calibri"/>
              <a:ea typeface="Calibri"/>
              <a:cs typeface="Calibri"/>
              <a:sym typeface="Calibri"/>
            </a:endParaRPr>
          </a:p>
          <a:p>
            <a:pPr marL="0" lvl="0" indent="0" algn="l" rtl="0">
              <a:spcBef>
                <a:spcPts val="800"/>
              </a:spcBef>
              <a:spcAft>
                <a:spcPts val="0"/>
              </a:spcAft>
              <a:buNone/>
            </a:pPr>
            <a:r>
              <a:rPr lang="en" sz="1200">
                <a:solidFill>
                  <a:schemeClr val="lt1"/>
                </a:solidFill>
                <a:latin typeface="Red Hat Display"/>
                <a:ea typeface="Red Hat Display"/>
                <a:cs typeface="Red Hat Display"/>
                <a:sym typeface="Red Hat Display"/>
              </a:rPr>
              <a:t>Null Hypothesis : No difference in </a:t>
            </a:r>
            <a:r>
              <a:rPr lang="en" sz="1200" b="1">
                <a:solidFill>
                  <a:schemeClr val="lt1"/>
                </a:solidFill>
                <a:latin typeface="Calibri"/>
                <a:ea typeface="Calibri"/>
                <a:cs typeface="Calibri"/>
                <a:sym typeface="Calibri"/>
              </a:rPr>
              <a:t>assessed value per square foot </a:t>
            </a:r>
            <a:r>
              <a:rPr lang="en" sz="1200">
                <a:solidFill>
                  <a:schemeClr val="lt1"/>
                </a:solidFill>
                <a:latin typeface="Red Hat Display"/>
                <a:ea typeface="Red Hat Display"/>
                <a:cs typeface="Red Hat Display"/>
                <a:sym typeface="Red Hat Display"/>
              </a:rPr>
              <a:t>across communities. </a:t>
            </a:r>
            <a:endParaRPr sz="1200">
              <a:solidFill>
                <a:schemeClr val="lt1"/>
              </a:solidFill>
              <a:latin typeface="Red Hat Display"/>
              <a:ea typeface="Red Hat Display"/>
              <a:cs typeface="Red Hat Display"/>
              <a:sym typeface="Red Hat Display"/>
            </a:endParaRPr>
          </a:p>
          <a:p>
            <a:pPr marL="0" lvl="0" indent="0" algn="l" rtl="0">
              <a:spcBef>
                <a:spcPts val="800"/>
              </a:spcBef>
              <a:spcAft>
                <a:spcPts val="0"/>
              </a:spcAft>
              <a:buNone/>
            </a:pPr>
            <a:r>
              <a:rPr lang="en" sz="1200">
                <a:solidFill>
                  <a:schemeClr val="lt1"/>
                </a:solidFill>
                <a:latin typeface="Red Hat Display"/>
                <a:ea typeface="Red Hat Display"/>
                <a:cs typeface="Red Hat Display"/>
                <a:sym typeface="Red Hat Display"/>
              </a:rPr>
              <a:t>Alternate Hypothesis : At least one community differs in </a:t>
            </a:r>
            <a:r>
              <a:rPr lang="en" sz="1200" b="1">
                <a:solidFill>
                  <a:schemeClr val="lt1"/>
                </a:solidFill>
                <a:latin typeface="Calibri"/>
                <a:ea typeface="Calibri"/>
                <a:cs typeface="Calibri"/>
                <a:sym typeface="Calibri"/>
              </a:rPr>
              <a:t>assessed value per square foot</a:t>
            </a:r>
            <a:r>
              <a:rPr lang="en" sz="1200">
                <a:solidFill>
                  <a:schemeClr val="lt1"/>
                </a:solidFill>
                <a:latin typeface="Red Hat Display"/>
                <a:ea typeface="Red Hat Display"/>
                <a:cs typeface="Red Hat Display"/>
                <a:sym typeface="Red Hat Display"/>
              </a:rPr>
              <a:t>. </a:t>
            </a:r>
            <a:endParaRPr sz="1200" b="1">
              <a:solidFill>
                <a:schemeClr val="lt1"/>
              </a:solidFill>
              <a:latin typeface="Calibri"/>
              <a:ea typeface="Calibri"/>
              <a:cs typeface="Calibri"/>
              <a:sym typeface="Calibri"/>
            </a:endParaRPr>
          </a:p>
        </p:txBody>
      </p:sp>
      <p:pic>
        <p:nvPicPr>
          <p:cNvPr id="643" name="Google Shape;643;p60"/>
          <p:cNvPicPr preferRelativeResize="0"/>
          <p:nvPr/>
        </p:nvPicPr>
        <p:blipFill>
          <a:blip r:embed="rId4">
            <a:alphaModFix/>
          </a:blip>
          <a:stretch>
            <a:fillRect/>
          </a:stretch>
        </p:blipFill>
        <p:spPr>
          <a:xfrm>
            <a:off x="4525050" y="2369620"/>
            <a:ext cx="4565074" cy="26257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pic>
        <p:nvPicPr>
          <p:cNvPr id="648" name="Google Shape;648;p61"/>
          <p:cNvPicPr preferRelativeResize="0"/>
          <p:nvPr/>
        </p:nvPicPr>
        <p:blipFill>
          <a:blip r:embed="rId3">
            <a:alphaModFix/>
          </a:blip>
          <a:stretch>
            <a:fillRect/>
          </a:stretch>
        </p:blipFill>
        <p:spPr>
          <a:xfrm>
            <a:off x="52500" y="712250"/>
            <a:ext cx="6750300" cy="4310750"/>
          </a:xfrm>
          <a:prstGeom prst="rect">
            <a:avLst/>
          </a:prstGeom>
          <a:noFill/>
          <a:ln>
            <a:noFill/>
          </a:ln>
        </p:spPr>
      </p:pic>
      <p:sp>
        <p:nvSpPr>
          <p:cNvPr id="649" name="Google Shape;649;p61"/>
          <p:cNvSpPr txBox="1"/>
          <p:nvPr/>
        </p:nvSpPr>
        <p:spPr>
          <a:xfrm>
            <a:off x="52500" y="116625"/>
            <a:ext cx="8982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accent2"/>
                </a:solidFill>
                <a:latin typeface="Red Hat Display"/>
                <a:ea typeface="Red Hat Display"/>
                <a:cs typeface="Red Hat Display"/>
                <a:sym typeface="Red Hat Display"/>
              </a:rPr>
              <a:t>Bar chart for </a:t>
            </a:r>
            <a:r>
              <a:rPr lang="en" sz="2400" b="1">
                <a:solidFill>
                  <a:schemeClr val="accent2"/>
                </a:solidFill>
                <a:latin typeface="Calibri"/>
                <a:ea typeface="Calibri"/>
                <a:cs typeface="Calibri"/>
                <a:sym typeface="Calibri"/>
              </a:rPr>
              <a:t>assessed value per square foot land use designations</a:t>
            </a:r>
            <a:endParaRPr sz="2400" b="1">
              <a:solidFill>
                <a:schemeClr val="accent2"/>
              </a:solidFill>
              <a:latin typeface="Red Hat Display"/>
              <a:ea typeface="Red Hat Display"/>
              <a:cs typeface="Red Hat Display"/>
              <a:sym typeface="Red Hat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62"/>
          <p:cNvSpPr txBox="1">
            <a:spLocks noGrp="1"/>
          </p:cNvSpPr>
          <p:nvPr>
            <p:ph type="title"/>
          </p:nvPr>
        </p:nvSpPr>
        <p:spPr>
          <a:xfrm>
            <a:off x="37206" y="457190"/>
            <a:ext cx="45852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Statistical Methods (Regression)</a:t>
            </a:r>
            <a:endParaRPr/>
          </a:p>
        </p:txBody>
      </p:sp>
      <p:sp>
        <p:nvSpPr>
          <p:cNvPr id="655" name="Google Shape;655;p62"/>
          <p:cNvSpPr txBox="1">
            <a:spLocks noGrp="1"/>
          </p:cNvSpPr>
          <p:nvPr>
            <p:ph type="body" idx="1"/>
          </p:nvPr>
        </p:nvSpPr>
        <p:spPr>
          <a:xfrm>
            <a:off x="226225" y="1365175"/>
            <a:ext cx="4101000" cy="317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Model: </a:t>
            </a:r>
            <a:endParaRPr sz="1300"/>
          </a:p>
          <a:p>
            <a:pPr marL="457200" lvl="0" indent="-311150" algn="l" rtl="0">
              <a:spcBef>
                <a:spcPts val="0"/>
              </a:spcBef>
              <a:spcAft>
                <a:spcPts val="0"/>
              </a:spcAft>
              <a:buSzPts val="1300"/>
              <a:buChar char="●"/>
            </a:pPr>
            <a:r>
              <a:rPr lang="en" sz="1300"/>
              <a:t>Multiple linear regression on: </a:t>
            </a:r>
            <a:endParaRPr sz="1300"/>
          </a:p>
          <a:p>
            <a:pPr marL="914400" lvl="1" indent="-311150" algn="l" rtl="0">
              <a:spcBef>
                <a:spcPts val="0"/>
              </a:spcBef>
              <a:spcAft>
                <a:spcPts val="0"/>
              </a:spcAft>
              <a:buSzPts val="1300"/>
              <a:buChar char="○"/>
            </a:pPr>
            <a:r>
              <a:rPr lang="en" sz="1300"/>
              <a:t>Total assessed value (ASSESSED_VALUE) </a:t>
            </a:r>
            <a:endParaRPr sz="1300"/>
          </a:p>
          <a:p>
            <a:pPr marL="0" lvl="0" indent="0" algn="l" rtl="0">
              <a:spcBef>
                <a:spcPts val="0"/>
              </a:spcBef>
              <a:spcAft>
                <a:spcPts val="0"/>
              </a:spcAft>
              <a:buNone/>
            </a:pPr>
            <a:r>
              <a:rPr lang="en" sz="1300"/>
              <a:t>Model Features: </a:t>
            </a:r>
            <a:endParaRPr sz="1300"/>
          </a:p>
          <a:p>
            <a:pPr marL="457200" lvl="0" indent="-311150" algn="l" rtl="0">
              <a:spcBef>
                <a:spcPts val="0"/>
              </a:spcBef>
              <a:spcAft>
                <a:spcPts val="0"/>
              </a:spcAft>
              <a:buSzPts val="1300"/>
              <a:buChar char="●"/>
            </a:pPr>
            <a:r>
              <a:rPr lang="en" sz="1300"/>
              <a:t>Land Size,Land Use Designation + neighbourhood-level predictors </a:t>
            </a:r>
            <a:endParaRPr sz="1300"/>
          </a:p>
          <a:p>
            <a:pPr marL="457200" lvl="0" indent="-311150" algn="l" rtl="0">
              <a:spcBef>
                <a:spcPts val="0"/>
              </a:spcBef>
              <a:spcAft>
                <a:spcPts val="0"/>
              </a:spcAft>
              <a:buSzPts val="1300"/>
              <a:buChar char="●"/>
            </a:pPr>
            <a:r>
              <a:rPr lang="en" sz="1300"/>
              <a:t>Diagnostics: VIF, residuals, assumption checks </a:t>
            </a:r>
            <a:endParaRPr sz="1300"/>
          </a:p>
          <a:p>
            <a:pPr marL="0" lvl="0" indent="0" algn="l" rtl="0">
              <a:spcBef>
                <a:spcPts val="0"/>
              </a:spcBef>
              <a:spcAft>
                <a:spcPts val="0"/>
              </a:spcAft>
              <a:buNone/>
            </a:pPr>
            <a:r>
              <a:rPr lang="en" sz="1300"/>
              <a:t>Evaluation: </a:t>
            </a:r>
            <a:endParaRPr sz="1300"/>
          </a:p>
          <a:p>
            <a:pPr marL="457200" lvl="0" indent="-311150" algn="l" rtl="0">
              <a:spcBef>
                <a:spcPts val="0"/>
              </a:spcBef>
              <a:spcAft>
                <a:spcPts val="0"/>
              </a:spcAft>
              <a:buSzPts val="1300"/>
              <a:buChar char="●"/>
            </a:pPr>
            <a:r>
              <a:rPr lang="en" sz="1300"/>
              <a:t>Adjusted R² </a:t>
            </a:r>
            <a:endParaRPr sz="1300"/>
          </a:p>
          <a:p>
            <a:pPr marL="457200" lvl="0" indent="-304800" algn="l" rtl="0">
              <a:spcBef>
                <a:spcPts val="0"/>
              </a:spcBef>
              <a:spcAft>
                <a:spcPts val="0"/>
              </a:spcAft>
              <a:buSzPts val="1200"/>
              <a:buChar char="●"/>
            </a:pPr>
            <a:r>
              <a:rPr lang="en" sz="1300"/>
              <a:t>Model parsimony via AIC/BIC</a:t>
            </a:r>
            <a:endParaRPr sz="1300"/>
          </a:p>
        </p:txBody>
      </p:sp>
      <p:sp>
        <p:nvSpPr>
          <p:cNvPr id="656" name="Google Shape;656;p62"/>
          <p:cNvSpPr txBox="1">
            <a:spLocks noGrp="1"/>
          </p:cNvSpPr>
          <p:nvPr>
            <p:ph type="body" idx="1"/>
          </p:nvPr>
        </p:nvSpPr>
        <p:spPr>
          <a:xfrm>
            <a:off x="4500900" y="1415500"/>
            <a:ext cx="4416000" cy="31794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300"/>
              <a:t>Both outcomes are continuous. </a:t>
            </a:r>
            <a:endParaRPr sz="1300"/>
          </a:p>
          <a:p>
            <a:pPr marL="457200" lvl="0" indent="-311150" algn="l" rtl="0">
              <a:spcBef>
                <a:spcPts val="0"/>
              </a:spcBef>
              <a:spcAft>
                <a:spcPts val="0"/>
              </a:spcAft>
              <a:buSzPts val="1300"/>
              <a:buChar char="●"/>
            </a:pPr>
            <a:r>
              <a:rPr lang="en" sz="1300"/>
              <a:t>Allows simultaneous assessment of multiple predictors.</a:t>
            </a:r>
            <a:endParaRPr sz="1300"/>
          </a:p>
          <a:p>
            <a:pPr marL="457200" lvl="0" indent="-311150" algn="l" rtl="0">
              <a:spcBef>
                <a:spcPts val="0"/>
              </a:spcBef>
              <a:spcAft>
                <a:spcPts val="0"/>
              </a:spcAft>
              <a:buSzPts val="1300"/>
              <a:buChar char="●"/>
            </a:pPr>
            <a:r>
              <a:rPr lang="en" sz="1300"/>
              <a:t>Controls for confounders such as land use &amp; community location. </a:t>
            </a:r>
            <a:endParaRPr sz="1300"/>
          </a:p>
          <a:p>
            <a:pPr marL="457200" lvl="0" indent="-311150" algn="l" rtl="0">
              <a:spcBef>
                <a:spcPts val="0"/>
              </a:spcBef>
              <a:spcAft>
                <a:spcPts val="0"/>
              </a:spcAft>
              <a:buSzPts val="1300"/>
              <a:buChar char="●"/>
            </a:pPr>
            <a:r>
              <a:rPr lang="en" sz="1300"/>
              <a:t>Provides interpretable effect sizes and direction of associations. </a:t>
            </a:r>
            <a:endParaRPr sz="1300"/>
          </a:p>
          <a:p>
            <a:pPr marL="457200" lvl="0" indent="-311150" algn="l" rtl="0">
              <a:spcBef>
                <a:spcPts val="0"/>
              </a:spcBef>
              <a:spcAft>
                <a:spcPts val="0"/>
              </a:spcAft>
              <a:buSzPts val="1300"/>
              <a:buChar char="●"/>
            </a:pPr>
            <a:r>
              <a:rPr lang="en" sz="1300"/>
              <a:t>Suitable for assessing valuation drivers and policy relevance.</a:t>
            </a:r>
            <a:endParaRPr sz="1300"/>
          </a:p>
        </p:txBody>
      </p:sp>
      <p:sp>
        <p:nvSpPr>
          <p:cNvPr id="657" name="Google Shape;657;p62"/>
          <p:cNvSpPr txBox="1">
            <a:spLocks noGrp="1"/>
          </p:cNvSpPr>
          <p:nvPr>
            <p:ph type="title"/>
          </p:nvPr>
        </p:nvSpPr>
        <p:spPr>
          <a:xfrm>
            <a:off x="4687056" y="457200"/>
            <a:ext cx="42315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Rationale for Regression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3"/>
          <p:cNvSpPr txBox="1"/>
          <p:nvPr/>
        </p:nvSpPr>
        <p:spPr>
          <a:xfrm>
            <a:off x="107575" y="816425"/>
            <a:ext cx="4557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lt1"/>
                </a:solidFill>
              </a:rPr>
              <a:t>full_model &lt;- lm(ASSESSED_VALUE ~ LAND_SIZE_SM + LAND_SIZE_SF + LAND_SIZE_AC + YEAR_OF_CONSTRUCTION + LAND_USE_DESIGNATION + PROPERTY_TYPE + COMM_NAME, data = residential_mut_df)</a:t>
            </a:r>
            <a:endParaRPr sz="800">
              <a:solidFill>
                <a:schemeClr val="lt1"/>
              </a:solidFill>
            </a:endParaRPr>
          </a:p>
        </p:txBody>
      </p:sp>
      <p:sp>
        <p:nvSpPr>
          <p:cNvPr id="663" name="Google Shape;663;p63"/>
          <p:cNvSpPr txBox="1"/>
          <p:nvPr/>
        </p:nvSpPr>
        <p:spPr>
          <a:xfrm>
            <a:off x="107575" y="1373400"/>
            <a:ext cx="4417500" cy="55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lt1"/>
                </a:solidFill>
                <a:latin typeface="Red Hat Display"/>
                <a:ea typeface="Red Hat Display"/>
                <a:cs typeface="Red Hat Display"/>
                <a:sym typeface="Red Hat Display"/>
              </a:rPr>
              <a:t>T test, </a:t>
            </a:r>
            <a:r>
              <a:rPr lang="en" sz="800">
                <a:solidFill>
                  <a:schemeClr val="lt1"/>
                </a:solidFill>
                <a:latin typeface="Courier New"/>
                <a:ea typeface="Courier New"/>
                <a:cs typeface="Courier New"/>
                <a:sym typeface="Courier New"/>
              </a:rPr>
              <a:t>LAND_SIZE_AC and PROPERTY_TYPE are not statistically significant with p value of 0.065944 and 0.800345 respectively,</a:t>
            </a:r>
            <a:r>
              <a:rPr lang="en" sz="800">
                <a:solidFill>
                  <a:schemeClr val="lt1"/>
                </a:solidFill>
              </a:rPr>
              <a:t>LAND_SIZE_SM is statistically significant but positive to VIF test.</a:t>
            </a:r>
            <a:r>
              <a:rPr lang="en" sz="800">
                <a:solidFill>
                  <a:schemeClr val="lt1"/>
                </a:solidFill>
                <a:latin typeface="Courier New"/>
                <a:ea typeface="Courier New"/>
                <a:cs typeface="Courier New"/>
                <a:sym typeface="Courier New"/>
              </a:rPr>
              <a:t> </a:t>
            </a: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lnSpc>
                <a:spcPct val="120000"/>
              </a:lnSpc>
              <a:spcBef>
                <a:spcPts val="0"/>
              </a:spcBef>
              <a:spcAft>
                <a:spcPts val="0"/>
              </a:spcAft>
              <a:buNone/>
            </a:pPr>
            <a:r>
              <a:rPr lang="en" sz="800">
                <a:highlight>
                  <a:srgbClr val="FFFFFF"/>
                </a:highlight>
                <a:latin typeface="Courier New"/>
                <a:ea typeface="Courier New"/>
                <a:cs typeface="Courier New"/>
                <a:sym typeface="Courier New"/>
              </a:rPr>
              <a:t>Adjusted R-squared:  0.5171</a:t>
            </a:r>
            <a:endParaRPr sz="800">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p:txBody>
      </p:sp>
      <p:sp>
        <p:nvSpPr>
          <p:cNvPr id="664" name="Google Shape;664;p63"/>
          <p:cNvSpPr txBox="1"/>
          <p:nvPr/>
        </p:nvSpPr>
        <p:spPr>
          <a:xfrm>
            <a:off x="19950" y="2081875"/>
            <a:ext cx="4619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lt1"/>
                </a:solidFill>
              </a:rPr>
              <a:t>reduced_model &lt;- lm(ASSESSED_VALUE ~ LAND_SIZE_SF + YEAR_OF_CONSTRUCTION + LAND_USE_DESIGNATION + COMM_NAME, data = residential_mut_df)</a:t>
            </a:r>
            <a:endParaRPr sz="800">
              <a:solidFill>
                <a:schemeClr val="lt1"/>
              </a:solidFill>
            </a:endParaRPr>
          </a:p>
        </p:txBody>
      </p:sp>
      <p:sp>
        <p:nvSpPr>
          <p:cNvPr id="665" name="Google Shape;665;p63"/>
          <p:cNvSpPr txBox="1"/>
          <p:nvPr/>
        </p:nvSpPr>
        <p:spPr>
          <a:xfrm>
            <a:off x="107575" y="2635975"/>
            <a:ext cx="3819000" cy="766200"/>
          </a:xfrm>
          <a:prstGeom prst="rect">
            <a:avLst/>
          </a:prstGeom>
          <a:noFill/>
          <a:ln>
            <a:noFill/>
          </a:ln>
        </p:spPr>
        <p:txBody>
          <a:bodyPr spcFirstLastPara="1" wrap="square" lIns="91425" tIns="91425" rIns="91425" bIns="91425" anchor="t" anchorCtr="0">
            <a:noAutofit/>
          </a:bodyPr>
          <a:lstStyle/>
          <a:p>
            <a:pPr marL="0" lvl="0" indent="0" algn="l" rtl="0">
              <a:lnSpc>
                <a:spcPct val="142857"/>
              </a:lnSpc>
              <a:spcBef>
                <a:spcPts val="0"/>
              </a:spcBef>
              <a:spcAft>
                <a:spcPts val="0"/>
              </a:spcAft>
              <a:buNone/>
            </a:pPr>
            <a:r>
              <a:rPr lang="en" sz="800">
                <a:solidFill>
                  <a:schemeClr val="lt1"/>
                </a:solidFill>
              </a:rPr>
              <a:t>Most covariates in the model are statistically significant, with the exception of some community-level variables. LAND_SIZE_SM removed from model because of multicollinearity.</a:t>
            </a:r>
            <a:endParaRPr sz="800">
              <a:solidFill>
                <a:schemeClr val="lt1"/>
              </a:solidFill>
            </a:endParaRPr>
          </a:p>
          <a:p>
            <a:pPr marL="0" lvl="0" indent="0" algn="l" rtl="0">
              <a:lnSpc>
                <a:spcPct val="120000"/>
              </a:lnSpc>
              <a:spcBef>
                <a:spcPts val="0"/>
              </a:spcBef>
              <a:spcAft>
                <a:spcPts val="0"/>
              </a:spcAft>
              <a:buNone/>
            </a:pPr>
            <a:r>
              <a:rPr lang="en" sz="1000">
                <a:highlight>
                  <a:srgbClr val="FFFFFF"/>
                </a:highlight>
                <a:latin typeface="Courier New"/>
                <a:ea typeface="Courier New"/>
                <a:cs typeface="Courier New"/>
                <a:sym typeface="Courier New"/>
              </a:rPr>
              <a:t>Adjusted R-squared:  0.5566</a:t>
            </a:r>
            <a:endParaRPr sz="10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800">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800">
              <a:solidFill>
                <a:schemeClr val="lt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p:txBody>
      </p:sp>
      <p:sp>
        <p:nvSpPr>
          <p:cNvPr id="666" name="Google Shape;666;p63"/>
          <p:cNvSpPr txBox="1"/>
          <p:nvPr/>
        </p:nvSpPr>
        <p:spPr>
          <a:xfrm>
            <a:off x="107575" y="3402175"/>
            <a:ext cx="38190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lt1"/>
                </a:solidFill>
              </a:rPr>
              <a:t>reduced_model &lt;- lm(log(ASSESSED_VALUE) ~ LAND_SIZE_SM + LAND_SIZE_SF + YEAR_OF_CONSTRUCTION + LAND_USE_DESIGNATION + COMM_NAME, data = residential_mut_df)</a:t>
            </a:r>
            <a:endParaRPr sz="800">
              <a:solidFill>
                <a:schemeClr val="lt1"/>
              </a:solidFill>
            </a:endParaRPr>
          </a:p>
          <a:p>
            <a:pPr marL="0" lvl="0" indent="0" algn="l" rtl="0">
              <a:spcBef>
                <a:spcPts val="0"/>
              </a:spcBef>
              <a:spcAft>
                <a:spcPts val="0"/>
              </a:spcAft>
              <a:buNone/>
            </a:pPr>
            <a:endParaRPr sz="800">
              <a:solidFill>
                <a:schemeClr val="lt1"/>
              </a:solidFill>
              <a:latin typeface="Red Hat Display"/>
              <a:ea typeface="Red Hat Display"/>
              <a:cs typeface="Red Hat Display"/>
              <a:sym typeface="Red Hat Display"/>
            </a:endParaRPr>
          </a:p>
        </p:txBody>
      </p:sp>
      <p:sp>
        <p:nvSpPr>
          <p:cNvPr id="667" name="Google Shape;667;p63"/>
          <p:cNvSpPr txBox="1"/>
          <p:nvPr/>
        </p:nvSpPr>
        <p:spPr>
          <a:xfrm>
            <a:off x="76450" y="3984200"/>
            <a:ext cx="4557600" cy="766200"/>
          </a:xfrm>
          <a:prstGeom prst="rect">
            <a:avLst/>
          </a:prstGeom>
          <a:noFill/>
          <a:ln>
            <a:noFill/>
          </a:ln>
        </p:spPr>
        <p:txBody>
          <a:bodyPr spcFirstLastPara="1" wrap="square" lIns="91425" tIns="91425" rIns="91425" bIns="91425" anchor="t" anchorCtr="0">
            <a:noAutofit/>
          </a:bodyPr>
          <a:lstStyle/>
          <a:p>
            <a:pPr marL="0" lvl="0" indent="0" algn="l" rtl="0">
              <a:lnSpc>
                <a:spcPct val="142857"/>
              </a:lnSpc>
              <a:spcBef>
                <a:spcPts val="0"/>
              </a:spcBef>
              <a:spcAft>
                <a:spcPts val="0"/>
              </a:spcAft>
              <a:buNone/>
            </a:pPr>
            <a:r>
              <a:rPr lang="en" sz="800">
                <a:solidFill>
                  <a:schemeClr val="lt1"/>
                </a:solidFill>
              </a:rPr>
              <a:t>Most covariates in the model are statistically significant, with the exception of some community-level variables.</a:t>
            </a:r>
            <a:endParaRPr sz="800">
              <a:solidFill>
                <a:schemeClr val="lt1"/>
              </a:solidFill>
            </a:endParaRPr>
          </a:p>
          <a:p>
            <a:pPr marL="0" lvl="0" indent="0" algn="l" rtl="0">
              <a:lnSpc>
                <a:spcPct val="120000"/>
              </a:lnSpc>
              <a:spcBef>
                <a:spcPts val="0"/>
              </a:spcBef>
              <a:spcAft>
                <a:spcPts val="0"/>
              </a:spcAft>
              <a:buNone/>
            </a:pPr>
            <a:r>
              <a:rPr lang="en" sz="800">
                <a:highlight>
                  <a:srgbClr val="FFFFFF"/>
                </a:highlight>
                <a:latin typeface="Courier New"/>
                <a:ea typeface="Courier New"/>
                <a:cs typeface="Courier New"/>
                <a:sym typeface="Courier New"/>
              </a:rPr>
              <a:t>Adjusted R-squared:  0.5571</a:t>
            </a:r>
            <a:endParaRPr sz="8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800">
              <a:solidFill>
                <a:schemeClr val="lt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lt1"/>
              </a:solidFill>
              <a:latin typeface="Courier New"/>
              <a:ea typeface="Courier New"/>
              <a:cs typeface="Courier New"/>
              <a:sym typeface="Courier New"/>
            </a:endParaRPr>
          </a:p>
        </p:txBody>
      </p:sp>
      <p:sp>
        <p:nvSpPr>
          <p:cNvPr id="668" name="Google Shape;668;p63"/>
          <p:cNvSpPr txBox="1"/>
          <p:nvPr/>
        </p:nvSpPr>
        <p:spPr>
          <a:xfrm>
            <a:off x="17850" y="305550"/>
            <a:ext cx="45072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lt1"/>
                </a:solidFill>
                <a:latin typeface="Red Hat Display"/>
                <a:ea typeface="Red Hat Display"/>
                <a:cs typeface="Red Hat Display"/>
                <a:sym typeface="Red Hat Display"/>
              </a:rPr>
              <a:t>Multiple Linear Regression  Models</a:t>
            </a:r>
            <a:endParaRPr sz="2000" b="1">
              <a:solidFill>
                <a:schemeClr val="lt1"/>
              </a:solidFill>
              <a:latin typeface="Red Hat Display"/>
              <a:ea typeface="Red Hat Display"/>
              <a:cs typeface="Red Hat Display"/>
              <a:sym typeface="Red Hat Display"/>
            </a:endParaRPr>
          </a:p>
        </p:txBody>
      </p:sp>
      <p:cxnSp>
        <p:nvCxnSpPr>
          <p:cNvPr id="669" name="Google Shape;669;p63"/>
          <p:cNvCxnSpPr/>
          <p:nvPr/>
        </p:nvCxnSpPr>
        <p:spPr>
          <a:xfrm>
            <a:off x="4859700" y="241050"/>
            <a:ext cx="15600" cy="4883100"/>
          </a:xfrm>
          <a:prstGeom prst="straightConnector1">
            <a:avLst/>
          </a:prstGeom>
          <a:noFill/>
          <a:ln w="9525" cap="flat" cmpd="sng">
            <a:solidFill>
              <a:schemeClr val="dk2"/>
            </a:solidFill>
            <a:prstDash val="solid"/>
            <a:round/>
            <a:headEnd type="none" w="med" len="med"/>
            <a:tailEnd type="none" w="med" len="med"/>
          </a:ln>
        </p:spPr>
      </p:cxnSp>
      <p:sp>
        <p:nvSpPr>
          <p:cNvPr id="670" name="Google Shape;670;p63"/>
          <p:cNvSpPr txBox="1"/>
          <p:nvPr/>
        </p:nvSpPr>
        <p:spPr>
          <a:xfrm>
            <a:off x="5012075" y="1236750"/>
            <a:ext cx="4015200" cy="159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highlight>
                  <a:srgbClr val="FFFFFF"/>
                </a:highlight>
                <a:latin typeface="Courier New"/>
                <a:ea typeface="Courier New"/>
                <a:cs typeface="Courier New"/>
                <a:sym typeface="Courier New"/>
              </a:rPr>
              <a:t>Multicollinearity may be due to LAND_SIZE_SM LAND_SIZE_SF LAND_USE_DESIGNATIONR-CG LAND_USE_DESIGNATIONR-G regressors</a:t>
            </a:r>
            <a:endParaRPr sz="10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800">
                <a:highlight>
                  <a:srgbClr val="FFFFFF"/>
                </a:highlight>
                <a:latin typeface="Courier New"/>
                <a:ea typeface="Courier New"/>
                <a:cs typeface="Courier New"/>
                <a:sym typeface="Courier New"/>
              </a:rPr>
              <a:t>1 --&gt; COLLINEARITY is detected by the test</a:t>
            </a:r>
            <a:endParaRPr sz="8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LAND_SIZE_SM                              4.197213e+08         1</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LAND_SIZE_SF                              4.197227e+08         1</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YEAR_OF_CONSTRUCTION                      3.346900e+00         0</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LAND_USE_DESIGNATIONR-CG                  7.208780e+01         1</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LAND_USE_DESIGNATIONR-G                   1.711400e+01         1</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LAND_USE_DESIGNATIONR-Gm                  1.978100e+00         0</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 sz="700">
                <a:highlight>
                  <a:srgbClr val="FFFFFF"/>
                </a:highlight>
                <a:latin typeface="Courier New"/>
                <a:ea typeface="Courier New"/>
                <a:cs typeface="Courier New"/>
                <a:sym typeface="Courier New"/>
              </a:rPr>
              <a:t>LAND_USE_DESIGNATIONR-MH                  1.270600e+00         0</a:t>
            </a:r>
            <a:endParaRPr sz="700">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700">
              <a:highlight>
                <a:srgbClr val="FFFFFF"/>
              </a:highlight>
              <a:latin typeface="Courier New"/>
              <a:ea typeface="Courier New"/>
              <a:cs typeface="Courier New"/>
              <a:sym typeface="Courier New"/>
            </a:endParaRPr>
          </a:p>
        </p:txBody>
      </p:sp>
      <p:sp>
        <p:nvSpPr>
          <p:cNvPr id="671" name="Google Shape;671;p63"/>
          <p:cNvSpPr txBox="1"/>
          <p:nvPr/>
        </p:nvSpPr>
        <p:spPr>
          <a:xfrm>
            <a:off x="5012075" y="241050"/>
            <a:ext cx="3603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lt1"/>
                </a:solidFill>
                <a:latin typeface="Red Hat Display"/>
                <a:ea typeface="Red Hat Display"/>
                <a:cs typeface="Red Hat Display"/>
                <a:sym typeface="Red Hat Display"/>
              </a:rPr>
              <a:t>Regression  Assumptions</a:t>
            </a:r>
            <a:endParaRPr sz="2000" b="1">
              <a:solidFill>
                <a:schemeClr val="lt1"/>
              </a:solidFill>
              <a:latin typeface="Red Hat Display"/>
              <a:ea typeface="Red Hat Display"/>
              <a:cs typeface="Red Hat Display"/>
              <a:sym typeface="Red Hat Display"/>
            </a:endParaRPr>
          </a:p>
        </p:txBody>
      </p:sp>
      <p:sp>
        <p:nvSpPr>
          <p:cNvPr id="672" name="Google Shape;672;p63"/>
          <p:cNvSpPr txBox="1"/>
          <p:nvPr/>
        </p:nvSpPr>
        <p:spPr>
          <a:xfrm>
            <a:off x="5069825" y="867450"/>
            <a:ext cx="3845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Red Hat Display"/>
                <a:ea typeface="Red Hat Display"/>
                <a:cs typeface="Red Hat Display"/>
                <a:sym typeface="Red Hat Display"/>
              </a:rPr>
              <a:t>Multicollinearity | Variance Inflation Factor</a:t>
            </a:r>
            <a:endParaRPr sz="1200" b="1">
              <a:solidFill>
                <a:schemeClr val="lt1"/>
              </a:solidFill>
              <a:latin typeface="Red Hat Display"/>
              <a:ea typeface="Red Hat Display"/>
              <a:cs typeface="Red Hat Display"/>
              <a:sym typeface="Red Hat Display"/>
            </a:endParaRPr>
          </a:p>
        </p:txBody>
      </p:sp>
      <p:sp>
        <p:nvSpPr>
          <p:cNvPr id="673" name="Google Shape;673;p63"/>
          <p:cNvSpPr txBox="1"/>
          <p:nvPr/>
        </p:nvSpPr>
        <p:spPr>
          <a:xfrm>
            <a:off x="4971325" y="2635975"/>
            <a:ext cx="3845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Red Hat Display"/>
                <a:ea typeface="Red Hat Display"/>
                <a:cs typeface="Red Hat Display"/>
                <a:sym typeface="Red Hat Display"/>
              </a:rPr>
              <a:t>Linearity | Residual Plot</a:t>
            </a:r>
            <a:endParaRPr sz="1200" b="1">
              <a:solidFill>
                <a:schemeClr val="lt1"/>
              </a:solidFill>
              <a:latin typeface="Red Hat Display"/>
              <a:ea typeface="Red Hat Display"/>
              <a:cs typeface="Red Hat Display"/>
              <a:sym typeface="Red Hat Display"/>
            </a:endParaRPr>
          </a:p>
        </p:txBody>
      </p:sp>
      <p:pic>
        <p:nvPicPr>
          <p:cNvPr id="674" name="Google Shape;674;p63" title="Linearity residual plot.jpg"/>
          <p:cNvPicPr preferRelativeResize="0"/>
          <p:nvPr/>
        </p:nvPicPr>
        <p:blipFill>
          <a:blip r:embed="rId3">
            <a:alphaModFix/>
          </a:blip>
          <a:stretch>
            <a:fillRect/>
          </a:stretch>
        </p:blipFill>
        <p:spPr>
          <a:xfrm>
            <a:off x="5012075" y="3005275"/>
            <a:ext cx="3055517" cy="1730125"/>
          </a:xfrm>
          <a:prstGeom prst="rect">
            <a:avLst/>
          </a:prstGeom>
          <a:noFill/>
          <a:ln>
            <a:noFill/>
          </a:ln>
        </p:spPr>
      </p:pic>
      <p:sp>
        <p:nvSpPr>
          <p:cNvPr id="675" name="Google Shape;675;p63"/>
          <p:cNvSpPr txBox="1"/>
          <p:nvPr/>
        </p:nvSpPr>
        <p:spPr>
          <a:xfrm>
            <a:off x="5018050" y="4848325"/>
            <a:ext cx="2479500" cy="27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1"/>
                </a:solidFill>
                <a:latin typeface="Red Hat Display"/>
                <a:ea typeface="Red Hat Display"/>
                <a:cs typeface="Red Hat Display"/>
                <a:sym typeface="Red Hat Display"/>
              </a:rPr>
              <a:t>No evident pattern to suggest non linearity</a:t>
            </a:r>
            <a:endParaRPr sz="900">
              <a:solidFill>
                <a:schemeClr val="lt1"/>
              </a:solidFill>
              <a:latin typeface="Red Hat Display"/>
              <a:ea typeface="Red Hat Display"/>
              <a:cs typeface="Red Hat Display"/>
              <a:sym typeface="Red Hat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64"/>
          <p:cNvSpPr txBox="1"/>
          <p:nvPr/>
        </p:nvSpPr>
        <p:spPr>
          <a:xfrm>
            <a:off x="17850" y="305550"/>
            <a:ext cx="45072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lt1"/>
                </a:solidFill>
                <a:latin typeface="Red Hat Display"/>
                <a:ea typeface="Red Hat Display"/>
                <a:cs typeface="Red Hat Display"/>
                <a:sym typeface="Red Hat Display"/>
              </a:rPr>
              <a:t>Multiple Linear Regression  Models</a:t>
            </a:r>
            <a:endParaRPr sz="2000" b="1">
              <a:solidFill>
                <a:schemeClr val="lt1"/>
              </a:solidFill>
              <a:latin typeface="Red Hat Display"/>
              <a:ea typeface="Red Hat Display"/>
              <a:cs typeface="Red Hat Display"/>
              <a:sym typeface="Red Hat Display"/>
            </a:endParaRPr>
          </a:p>
        </p:txBody>
      </p:sp>
      <p:cxnSp>
        <p:nvCxnSpPr>
          <p:cNvPr id="681" name="Google Shape;681;p64"/>
          <p:cNvCxnSpPr/>
          <p:nvPr/>
        </p:nvCxnSpPr>
        <p:spPr>
          <a:xfrm>
            <a:off x="4859700" y="241050"/>
            <a:ext cx="15600" cy="4883100"/>
          </a:xfrm>
          <a:prstGeom prst="straightConnector1">
            <a:avLst/>
          </a:prstGeom>
          <a:noFill/>
          <a:ln w="9525" cap="flat" cmpd="sng">
            <a:solidFill>
              <a:schemeClr val="dk2"/>
            </a:solidFill>
            <a:prstDash val="solid"/>
            <a:round/>
            <a:headEnd type="none" w="med" len="med"/>
            <a:tailEnd type="none" w="med" len="med"/>
          </a:ln>
        </p:spPr>
      </p:cxnSp>
      <p:pic>
        <p:nvPicPr>
          <p:cNvPr id="682" name="Google Shape;682;p64" title="Best Subset.jpg"/>
          <p:cNvPicPr preferRelativeResize="0"/>
          <p:nvPr/>
        </p:nvPicPr>
        <p:blipFill>
          <a:blip r:embed="rId3">
            <a:alphaModFix/>
          </a:blip>
          <a:stretch>
            <a:fillRect/>
          </a:stretch>
        </p:blipFill>
        <p:spPr>
          <a:xfrm>
            <a:off x="179375" y="1162050"/>
            <a:ext cx="3238500" cy="1409700"/>
          </a:xfrm>
          <a:prstGeom prst="rect">
            <a:avLst/>
          </a:prstGeom>
          <a:noFill/>
          <a:ln>
            <a:noFill/>
          </a:ln>
        </p:spPr>
      </p:pic>
      <p:sp>
        <p:nvSpPr>
          <p:cNvPr id="683" name="Google Shape;683;p64"/>
          <p:cNvSpPr txBox="1"/>
          <p:nvPr/>
        </p:nvSpPr>
        <p:spPr>
          <a:xfrm>
            <a:off x="179375" y="800250"/>
            <a:ext cx="17712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lt1"/>
                </a:solidFill>
                <a:latin typeface="Red Hat Display"/>
                <a:ea typeface="Red Hat Display"/>
                <a:cs typeface="Red Hat Display"/>
                <a:sym typeface="Red Hat Display"/>
              </a:rPr>
              <a:t>Best Subset</a:t>
            </a:r>
            <a:endParaRPr sz="1200" b="1">
              <a:solidFill>
                <a:schemeClr val="lt1"/>
              </a:solidFill>
              <a:latin typeface="Red Hat Display"/>
              <a:ea typeface="Red Hat Display"/>
              <a:cs typeface="Red Hat Display"/>
              <a:sym typeface="Red Hat Display"/>
            </a:endParaRPr>
          </a:p>
        </p:txBody>
      </p:sp>
      <p:sp>
        <p:nvSpPr>
          <p:cNvPr id="684" name="Google Shape;684;p64"/>
          <p:cNvSpPr txBox="1"/>
          <p:nvPr/>
        </p:nvSpPr>
        <p:spPr>
          <a:xfrm>
            <a:off x="295175" y="2715650"/>
            <a:ext cx="4161900" cy="10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1"/>
                </a:solidFill>
                <a:latin typeface="Red Hat Display"/>
                <a:ea typeface="Red Hat Display"/>
                <a:cs typeface="Red Hat Display"/>
                <a:sym typeface="Red Hat Display"/>
              </a:rPr>
              <a:t>Both AIC and AdjustedR recommends the 6th model </a:t>
            </a:r>
            <a:endParaRPr sz="900">
              <a:solidFill>
                <a:schemeClr val="lt1"/>
              </a:solidFill>
              <a:latin typeface="Red Hat Display"/>
              <a:ea typeface="Red Hat Display"/>
              <a:cs typeface="Red Hat Display"/>
              <a:sym typeface="Red Hat Display"/>
            </a:endParaRPr>
          </a:p>
          <a:p>
            <a:pPr marL="0" lvl="0" indent="0" algn="l" rtl="0">
              <a:lnSpc>
                <a:spcPct val="120000"/>
              </a:lnSpc>
              <a:spcBef>
                <a:spcPts val="0"/>
              </a:spcBef>
              <a:spcAft>
                <a:spcPts val="0"/>
              </a:spcAft>
              <a:buNone/>
            </a:pPr>
            <a:r>
              <a:rPr lang="en" sz="1000">
                <a:highlight>
                  <a:srgbClr val="FFFFFF"/>
                </a:highlight>
                <a:latin typeface="Verdana"/>
                <a:ea typeface="Verdana"/>
                <a:cs typeface="Verdana"/>
                <a:sym typeface="Verdana"/>
              </a:rPr>
              <a:t>LAND_SIZE_SF YEAR_OF_CONSTRUCTION COMM_NAME LAND_USE_DESIGNATION</a:t>
            </a:r>
            <a:endParaRPr sz="1000">
              <a:highlight>
                <a:srgbClr val="FFFFFF"/>
              </a:highlight>
              <a:latin typeface="Verdana"/>
              <a:ea typeface="Verdana"/>
              <a:cs typeface="Verdana"/>
              <a:sym typeface="Verdana"/>
            </a:endParaRPr>
          </a:p>
          <a:p>
            <a:pPr marL="0" lvl="0" indent="0" algn="l" rtl="0">
              <a:lnSpc>
                <a:spcPct val="120000"/>
              </a:lnSpc>
              <a:spcBef>
                <a:spcPts val="0"/>
              </a:spcBef>
              <a:spcAft>
                <a:spcPts val="0"/>
              </a:spcAft>
              <a:buNone/>
            </a:pPr>
            <a:endParaRPr sz="1000">
              <a:highlight>
                <a:srgbClr val="FFFFFF"/>
              </a:highlight>
              <a:latin typeface="Verdana"/>
              <a:ea typeface="Verdana"/>
              <a:cs typeface="Verdana"/>
              <a:sym typeface="Verdana"/>
            </a:endParaRPr>
          </a:p>
          <a:p>
            <a:pPr marL="0" lvl="0" indent="0" algn="l" rtl="0">
              <a:lnSpc>
                <a:spcPct val="120000"/>
              </a:lnSpc>
              <a:spcBef>
                <a:spcPts val="0"/>
              </a:spcBef>
              <a:spcAft>
                <a:spcPts val="0"/>
              </a:spcAft>
              <a:buNone/>
            </a:pPr>
            <a:r>
              <a:rPr lang="en" sz="1000">
                <a:highlight>
                  <a:schemeClr val="lt1"/>
                </a:highlight>
                <a:latin typeface="Courier New"/>
                <a:ea typeface="Courier New"/>
                <a:cs typeface="Courier New"/>
                <a:sym typeface="Courier New"/>
              </a:rPr>
              <a:t>Adjusted R-squared:  0.5566</a:t>
            </a:r>
            <a:endParaRPr sz="1000">
              <a:highlight>
                <a:schemeClr val="lt1"/>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000">
              <a:highlight>
                <a:srgbClr val="FFFFFF"/>
              </a:highlight>
              <a:latin typeface="Verdana"/>
              <a:ea typeface="Verdana"/>
              <a:cs typeface="Verdana"/>
              <a:sym typeface="Verdana"/>
            </a:endParaRPr>
          </a:p>
          <a:p>
            <a:pPr marL="0" lvl="0" indent="0" algn="l" rtl="0">
              <a:lnSpc>
                <a:spcPct val="120000"/>
              </a:lnSpc>
              <a:spcBef>
                <a:spcPts val="0"/>
              </a:spcBef>
              <a:spcAft>
                <a:spcPts val="0"/>
              </a:spcAft>
              <a:buNone/>
            </a:pPr>
            <a:endParaRPr sz="1000">
              <a:highlight>
                <a:srgbClr val="FFFFFF"/>
              </a:highlight>
              <a:latin typeface="Verdana"/>
              <a:ea typeface="Verdana"/>
              <a:cs typeface="Verdana"/>
              <a:sym typeface="Verdana"/>
            </a:endParaRPr>
          </a:p>
          <a:p>
            <a:pPr marL="0" lvl="0" indent="0" algn="l" rtl="0">
              <a:spcBef>
                <a:spcPts val="0"/>
              </a:spcBef>
              <a:spcAft>
                <a:spcPts val="0"/>
              </a:spcAft>
              <a:buNone/>
            </a:pPr>
            <a:endParaRPr sz="900">
              <a:solidFill>
                <a:schemeClr val="lt1"/>
              </a:solidFill>
              <a:latin typeface="Red Hat Display"/>
              <a:ea typeface="Red Hat Display"/>
              <a:cs typeface="Red Hat Display"/>
              <a:sym typeface="Red Hat Display"/>
            </a:endParaRPr>
          </a:p>
        </p:txBody>
      </p:sp>
      <p:pic>
        <p:nvPicPr>
          <p:cNvPr id="685" name="Google Shape;685;p64" title="Kolmogorov.jpg"/>
          <p:cNvPicPr preferRelativeResize="0"/>
          <p:nvPr/>
        </p:nvPicPr>
        <p:blipFill>
          <a:blip r:embed="rId4">
            <a:alphaModFix/>
          </a:blip>
          <a:stretch>
            <a:fillRect/>
          </a:stretch>
        </p:blipFill>
        <p:spPr>
          <a:xfrm>
            <a:off x="5027713" y="898288"/>
            <a:ext cx="3876675" cy="733425"/>
          </a:xfrm>
          <a:prstGeom prst="rect">
            <a:avLst/>
          </a:prstGeom>
          <a:noFill/>
          <a:ln>
            <a:noFill/>
          </a:ln>
        </p:spPr>
      </p:pic>
      <p:pic>
        <p:nvPicPr>
          <p:cNvPr id="686" name="Google Shape;686;p64" title="qqplot.jpg"/>
          <p:cNvPicPr preferRelativeResize="0"/>
          <p:nvPr/>
        </p:nvPicPr>
        <p:blipFill>
          <a:blip r:embed="rId5">
            <a:alphaModFix/>
          </a:blip>
          <a:stretch>
            <a:fillRect/>
          </a:stretch>
        </p:blipFill>
        <p:spPr>
          <a:xfrm>
            <a:off x="4984113" y="2066275"/>
            <a:ext cx="3963901" cy="2029878"/>
          </a:xfrm>
          <a:prstGeom prst="rect">
            <a:avLst/>
          </a:prstGeom>
          <a:noFill/>
          <a:ln>
            <a:noFill/>
          </a:ln>
        </p:spPr>
      </p:pic>
      <p:sp>
        <p:nvSpPr>
          <p:cNvPr id="687" name="Google Shape;687;p64"/>
          <p:cNvSpPr txBox="1"/>
          <p:nvPr/>
        </p:nvSpPr>
        <p:spPr>
          <a:xfrm>
            <a:off x="4996988" y="405700"/>
            <a:ext cx="3938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lt1"/>
                </a:solidFill>
                <a:latin typeface="Red Hat Display"/>
                <a:ea typeface="Red Hat Display"/>
                <a:cs typeface="Red Hat Display"/>
                <a:sym typeface="Red Hat Display"/>
              </a:rPr>
              <a:t>Regression  Assumptions</a:t>
            </a:r>
            <a:endParaRPr/>
          </a:p>
        </p:txBody>
      </p:sp>
      <p:sp>
        <p:nvSpPr>
          <p:cNvPr id="688" name="Google Shape;688;p64"/>
          <p:cNvSpPr txBox="1"/>
          <p:nvPr/>
        </p:nvSpPr>
        <p:spPr>
          <a:xfrm>
            <a:off x="5047575" y="1771075"/>
            <a:ext cx="37413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lt1"/>
                </a:solidFill>
                <a:latin typeface="Red Hat Display"/>
                <a:ea typeface="Red Hat Display"/>
                <a:cs typeface="Red Hat Display"/>
                <a:sym typeface="Red Hat Display"/>
              </a:rPr>
              <a:t>Kolmogorov–Smirnov test: Not Normally distributed</a:t>
            </a:r>
            <a:endParaRPr sz="900" b="1">
              <a:solidFill>
                <a:schemeClr val="lt1"/>
              </a:solidFill>
              <a:latin typeface="Red Hat Display"/>
              <a:ea typeface="Red Hat Display"/>
              <a:cs typeface="Red Hat Display"/>
              <a:sym typeface="Red Hat Display"/>
            </a:endParaRPr>
          </a:p>
        </p:txBody>
      </p:sp>
      <p:sp>
        <p:nvSpPr>
          <p:cNvPr id="689" name="Google Shape;689;p64"/>
          <p:cNvSpPr txBox="1"/>
          <p:nvPr/>
        </p:nvSpPr>
        <p:spPr>
          <a:xfrm>
            <a:off x="5077400" y="4292075"/>
            <a:ext cx="3827100" cy="73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1"/>
                </a:solidFill>
                <a:latin typeface="Red Hat Display"/>
                <a:ea typeface="Red Hat Display"/>
                <a:cs typeface="Red Hat Display"/>
                <a:sym typeface="Red Hat Display"/>
              </a:rPr>
              <a:t>As the data appears not normally distributed, we tried log transformation of the assessed value and also robust regression using rlm instead of lm, QQ plot and Kolmogorov test still appear to support that the data is not normally distributed.</a:t>
            </a:r>
            <a:endParaRPr sz="900">
              <a:solidFill>
                <a:schemeClr val="lt1"/>
              </a:solidFill>
              <a:latin typeface="Red Hat Display"/>
              <a:ea typeface="Red Hat Display"/>
              <a:cs typeface="Red Hat Display"/>
              <a:sym typeface="Red Hat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65"/>
          <p:cNvSpPr txBox="1">
            <a:spLocks noGrp="1"/>
          </p:cNvSpPr>
          <p:nvPr>
            <p:ph type="title"/>
          </p:nvPr>
        </p:nvSpPr>
        <p:spPr>
          <a:xfrm>
            <a:off x="1948300" y="2571750"/>
            <a:ext cx="6624300" cy="587700"/>
          </a:xfrm>
          <a:prstGeom prst="rect">
            <a:avLst/>
          </a:prstGeom>
        </p:spPr>
        <p:txBody>
          <a:bodyPr spcFirstLastPara="1" wrap="square" lIns="0" tIns="91425" rIns="91425" bIns="0" anchor="b" anchorCtr="0">
            <a:noAutofit/>
          </a:bodyPr>
          <a:lstStyle/>
          <a:p>
            <a:pPr marL="0" lvl="0" indent="0" algn="ctr" rtl="0">
              <a:spcBef>
                <a:spcPts val="0"/>
              </a:spcBef>
              <a:spcAft>
                <a:spcPts val="0"/>
              </a:spcAft>
              <a:buNone/>
            </a:pPr>
            <a:r>
              <a:rPr lang="en" sz="3000">
                <a:solidFill>
                  <a:schemeClr val="lt1"/>
                </a:solidFill>
              </a:rPr>
              <a:t>Future Directions</a:t>
            </a:r>
            <a:endParaRPr sz="3000">
              <a:solidFill>
                <a:schemeClr val="lt1"/>
              </a:solidFill>
            </a:endParaRPr>
          </a:p>
        </p:txBody>
      </p:sp>
      <p:sp>
        <p:nvSpPr>
          <p:cNvPr id="695" name="Google Shape;695;p65"/>
          <p:cNvSpPr txBox="1">
            <a:spLocks noGrp="1"/>
          </p:cNvSpPr>
          <p:nvPr>
            <p:ph type="subTitle" idx="1"/>
          </p:nvPr>
        </p:nvSpPr>
        <p:spPr>
          <a:xfrm>
            <a:off x="2020450" y="3211800"/>
            <a:ext cx="6894900" cy="1931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Spatial regression (e.g., GWR, spatial lag/error models). </a:t>
            </a:r>
            <a:endParaRPr/>
          </a:p>
          <a:p>
            <a:pPr marL="457200" lvl="0" indent="-317500" algn="l" rtl="0">
              <a:spcBef>
                <a:spcPts val="0"/>
              </a:spcBef>
              <a:spcAft>
                <a:spcPts val="0"/>
              </a:spcAft>
              <a:buSzPts val="1400"/>
              <a:buChar char="●"/>
            </a:pPr>
            <a:r>
              <a:rPr lang="en"/>
              <a:t>Incorporate historical assessment trends. </a:t>
            </a:r>
            <a:endParaRPr/>
          </a:p>
          <a:p>
            <a:pPr marL="457200" lvl="0" indent="-317500" algn="l" rtl="0">
              <a:spcBef>
                <a:spcPts val="0"/>
              </a:spcBef>
              <a:spcAft>
                <a:spcPts val="0"/>
              </a:spcAft>
              <a:buSzPts val="1400"/>
              <a:buChar char="●"/>
            </a:pPr>
            <a:r>
              <a:rPr lang="en"/>
              <a:t>Compare assessed values vs. actual market sales. </a:t>
            </a:r>
            <a:endParaRPr/>
          </a:p>
          <a:p>
            <a:pPr marL="457200" lvl="0" indent="-317500" algn="l" rtl="0">
              <a:spcBef>
                <a:spcPts val="0"/>
              </a:spcBef>
              <a:spcAft>
                <a:spcPts val="0"/>
              </a:spcAft>
              <a:buSzPts val="1400"/>
              <a:buChar char="●"/>
            </a:pPr>
            <a:r>
              <a:rPr lang="en"/>
              <a:t>Equity analysis: examine over- and under-assessment by neighbourhood demographics. </a:t>
            </a:r>
            <a:endParaRPr/>
          </a:p>
          <a:p>
            <a:pPr marL="457200" lvl="0" indent="-317500" algn="l" rtl="0">
              <a:spcBef>
                <a:spcPts val="0"/>
              </a:spcBef>
              <a:spcAft>
                <a:spcPts val="0"/>
              </a:spcAft>
              <a:buSzPts val="1400"/>
              <a:buChar char="●"/>
            </a:pPr>
            <a:r>
              <a:rPr lang="en"/>
              <a:t>Machine-learning models for improved predictive accuracy.</a:t>
            </a:r>
            <a:endParaRPr/>
          </a:p>
          <a:p>
            <a:pPr marL="457200" lvl="0" indent="-317500" algn="l" rtl="0">
              <a:spcBef>
                <a:spcPts val="0"/>
              </a:spcBef>
              <a:spcAft>
                <a:spcPts val="0"/>
              </a:spcAft>
              <a:buSzPts val="1400"/>
              <a:buChar char="●"/>
            </a:pPr>
            <a:r>
              <a:rPr lang="en"/>
              <a:t>Factor other covariates like number of amenities in the community, average prices of recently sold properties.</a:t>
            </a:r>
            <a:endParaRPr/>
          </a:p>
        </p:txBody>
      </p:sp>
      <p:sp>
        <p:nvSpPr>
          <p:cNvPr id="696" name="Google Shape;696;p65"/>
          <p:cNvSpPr txBox="1">
            <a:spLocks noGrp="1"/>
          </p:cNvSpPr>
          <p:nvPr>
            <p:ph type="title" idx="4294967295"/>
          </p:nvPr>
        </p:nvSpPr>
        <p:spPr>
          <a:xfrm>
            <a:off x="1948300" y="114725"/>
            <a:ext cx="6537000" cy="52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rPr>
              <a:t>Interpretation &amp; Insights</a:t>
            </a:r>
            <a:endParaRPr sz="3000">
              <a:solidFill>
                <a:schemeClr val="lt1"/>
              </a:solidFill>
            </a:endParaRPr>
          </a:p>
        </p:txBody>
      </p:sp>
      <p:sp>
        <p:nvSpPr>
          <p:cNvPr id="697" name="Google Shape;697;p65"/>
          <p:cNvSpPr txBox="1">
            <a:spLocks noGrp="1"/>
          </p:cNvSpPr>
          <p:nvPr>
            <p:ph type="body" idx="4294967295"/>
          </p:nvPr>
        </p:nvSpPr>
        <p:spPr>
          <a:xfrm>
            <a:off x="2135900" y="634800"/>
            <a:ext cx="6324600" cy="1884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sz="1400"/>
              <a:t>High mean ≠ wealthy residential area → often large institutional parcels.</a:t>
            </a:r>
            <a:endParaRPr sz="1400"/>
          </a:p>
          <a:p>
            <a:pPr marL="457200" lvl="0" indent="-317500" algn="l" rtl="0">
              <a:spcBef>
                <a:spcPts val="0"/>
              </a:spcBef>
              <a:spcAft>
                <a:spcPts val="0"/>
              </a:spcAft>
              <a:buSzPts val="1400"/>
              <a:buChar char="●"/>
            </a:pPr>
            <a:r>
              <a:rPr lang="en" sz="1400"/>
              <a:t>High SD/IQR highlights community heterogeneity and potential valuation disparities.</a:t>
            </a:r>
            <a:endParaRPr sz="1400"/>
          </a:p>
          <a:p>
            <a:pPr marL="457200" lvl="0" indent="-317500" algn="l" rtl="0">
              <a:spcBef>
                <a:spcPts val="0"/>
              </a:spcBef>
              <a:spcAft>
                <a:spcPts val="0"/>
              </a:spcAft>
              <a:buSzPts val="1400"/>
              <a:buChar char="●"/>
            </a:pPr>
            <a:r>
              <a:rPr lang="en" sz="1400"/>
              <a:t>Spatial patterns reflect land-use intensity, development mix, and historical zoning.</a:t>
            </a:r>
            <a:endParaRPr sz="1400"/>
          </a:p>
          <a:p>
            <a:pPr marL="457200" lvl="0" indent="-317500" algn="l" rtl="0">
              <a:spcBef>
                <a:spcPts val="0"/>
              </a:spcBef>
              <a:spcAft>
                <a:spcPts val="0"/>
              </a:spcAft>
              <a:buSzPts val="1400"/>
              <a:buChar char="●"/>
            </a:pPr>
            <a:r>
              <a:rPr lang="en" sz="1400"/>
              <a:t>Results support need for neighbourhood-specific assessment equity analysis.</a:t>
            </a:r>
            <a:endParaRPr sz="1400"/>
          </a:p>
          <a:p>
            <a:pPr marL="0" lvl="0" indent="0" algn="l" rtl="0">
              <a:spcBef>
                <a:spcPts val="0"/>
              </a:spcBef>
              <a:spcAft>
                <a:spcPts val="0"/>
              </a:spcAft>
              <a:buNone/>
            </a:pP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66"/>
          <p:cNvSpPr txBox="1">
            <a:spLocks noGrp="1"/>
          </p:cNvSpPr>
          <p:nvPr>
            <p:ph type="subTitle" idx="1"/>
          </p:nvPr>
        </p:nvSpPr>
        <p:spPr>
          <a:xfrm>
            <a:off x="3555960" y="623040"/>
            <a:ext cx="5382300" cy="2589000"/>
          </a:xfrm>
          <a:prstGeom prst="rect">
            <a:avLst/>
          </a:prstGeom>
        </p:spPr>
        <p:txBody>
          <a:bodyPr spcFirstLastPara="1" wrap="square" lIns="0" tIns="91425" rIns="91425" bIns="91425" anchor="t" anchorCtr="0">
            <a:noAutofit/>
          </a:bodyPr>
          <a:lstStyle/>
          <a:p>
            <a:pPr marL="457200" lvl="0" indent="-311150" algn="l" rtl="0">
              <a:spcBef>
                <a:spcPts val="0"/>
              </a:spcBef>
              <a:spcAft>
                <a:spcPts val="0"/>
              </a:spcAft>
              <a:buSzPts val="1300"/>
              <a:buChar char="●"/>
            </a:pPr>
            <a:r>
              <a:rPr lang="en" sz="1300" dirty="0"/>
              <a:t>Parcel characteristics (size, type, land use) significantly shape assessed values. </a:t>
            </a:r>
            <a:endParaRPr sz="1300" dirty="0"/>
          </a:p>
          <a:p>
            <a:pPr marL="457200" lvl="0" indent="-311150" algn="l" rtl="0">
              <a:spcBef>
                <a:spcPts val="0"/>
              </a:spcBef>
              <a:spcAft>
                <a:spcPts val="0"/>
              </a:spcAft>
              <a:buSzPts val="1300"/>
              <a:buChar char="●"/>
            </a:pPr>
            <a:r>
              <a:rPr lang="en" sz="1300" dirty="0"/>
              <a:t>Community location remains one of the strongest predictors.</a:t>
            </a:r>
            <a:endParaRPr sz="1300" dirty="0"/>
          </a:p>
          <a:p>
            <a:pPr marL="457200" lvl="0" indent="-311150" algn="l" rtl="0">
              <a:spcBef>
                <a:spcPts val="0"/>
              </a:spcBef>
              <a:spcAft>
                <a:spcPts val="0"/>
              </a:spcAft>
              <a:buSzPts val="1300"/>
              <a:buChar char="●"/>
            </a:pPr>
            <a:r>
              <a:rPr lang="en" sz="1300" dirty="0">
                <a:latin typeface="Arial"/>
                <a:ea typeface="Arial"/>
                <a:cs typeface="Arial"/>
                <a:sym typeface="Arial"/>
              </a:rPr>
              <a:t>All of the top 10 communities be average assessed value are established, affluent neighbourhoods in Calgary, concentrated mostly in the southwest quadrant near the Elbow River and Glenmore Reservoir, except Rosedale, which is in the northwest quadrant. </a:t>
            </a:r>
            <a:endParaRPr sz="1300" dirty="0">
              <a:latin typeface="Arial"/>
              <a:ea typeface="Arial"/>
              <a:cs typeface="Arial"/>
              <a:sym typeface="Arial"/>
            </a:endParaRPr>
          </a:p>
          <a:p>
            <a:pPr marL="457200" lvl="0" indent="-311150" algn="l" rtl="0">
              <a:spcBef>
                <a:spcPts val="0"/>
              </a:spcBef>
              <a:spcAft>
                <a:spcPts val="0"/>
              </a:spcAft>
              <a:buSzPts val="1300"/>
              <a:buChar char="●"/>
            </a:pPr>
            <a:r>
              <a:rPr lang="en" sz="1300" dirty="0">
                <a:latin typeface="Arial"/>
                <a:ea typeface="Arial"/>
                <a:cs typeface="Arial"/>
                <a:sym typeface="Arial"/>
              </a:rPr>
              <a:t>Most of the bottom 10 communities are in southeast Calgary (Forest Lawn, Erin Woods, Penbrooke Meadows, Dover, Forest Heights, Ricardo Ranch).A few are in the northeast quadrant (Falconridge, Abbeydale, Lewisburg).</a:t>
            </a:r>
            <a:endParaRPr sz="1300" dirty="0">
              <a:latin typeface="Arial"/>
              <a:ea typeface="Arial"/>
              <a:cs typeface="Arial"/>
              <a:sym typeface="Arial"/>
            </a:endParaRPr>
          </a:p>
          <a:p>
            <a:pPr marL="457200" lvl="0" indent="-311150" algn="l" rtl="0">
              <a:spcBef>
                <a:spcPts val="0"/>
              </a:spcBef>
              <a:spcAft>
                <a:spcPts val="0"/>
              </a:spcAft>
              <a:buSzPts val="1300"/>
              <a:buChar char="●"/>
            </a:pPr>
            <a:r>
              <a:rPr lang="en" sz="1300" dirty="0">
                <a:latin typeface="Arial"/>
                <a:ea typeface="Arial"/>
                <a:cs typeface="Arial"/>
                <a:sym typeface="Arial"/>
              </a:rPr>
              <a:t>Ricardo Ranch and Residual Ward 12 Sub Area 12A are new or planned developments in the city’s southeast growth corridor.</a:t>
            </a:r>
            <a:endParaRPr sz="1300" dirty="0">
              <a:latin typeface="Arial"/>
              <a:ea typeface="Arial"/>
              <a:cs typeface="Arial"/>
              <a:sym typeface="Arial"/>
            </a:endParaRPr>
          </a:p>
          <a:p>
            <a:pPr marL="457200" lvl="0" indent="0" algn="l" rtl="0">
              <a:spcBef>
                <a:spcPts val="0"/>
              </a:spcBef>
              <a:spcAft>
                <a:spcPts val="0"/>
              </a:spcAft>
              <a:buNone/>
            </a:pPr>
            <a:endParaRPr sz="1300" dirty="0"/>
          </a:p>
        </p:txBody>
      </p:sp>
      <p:sp>
        <p:nvSpPr>
          <p:cNvPr id="703" name="Google Shape;703;p66"/>
          <p:cNvSpPr txBox="1">
            <a:spLocks noGrp="1"/>
          </p:cNvSpPr>
          <p:nvPr>
            <p:ph type="title"/>
          </p:nvPr>
        </p:nvSpPr>
        <p:spPr>
          <a:xfrm>
            <a:off x="3632428" y="87150"/>
            <a:ext cx="4995600" cy="587700"/>
          </a:xfrm>
          <a:prstGeom prst="rect">
            <a:avLst/>
          </a:prstGeom>
        </p:spPr>
        <p:txBody>
          <a:bodyPr spcFirstLastPara="1" wrap="square" lIns="0" tIns="91425" rIns="91425" bIns="0" anchor="b" anchorCtr="0">
            <a:noAutofit/>
          </a:bodyPr>
          <a:lstStyle/>
          <a:p>
            <a:pPr marL="0" lvl="0" indent="0" algn="ctr" rtl="0">
              <a:spcBef>
                <a:spcPts val="0"/>
              </a:spcBef>
              <a:spcAft>
                <a:spcPts val="0"/>
              </a:spcAft>
              <a:buNone/>
            </a:pPr>
            <a:r>
              <a:rPr lang="en" dirty="0"/>
              <a:t>Conclusion</a:t>
            </a:r>
            <a:endParaRPr dirty="0"/>
          </a:p>
        </p:txBody>
      </p:sp>
      <p:sp>
        <p:nvSpPr>
          <p:cNvPr id="704" name="Google Shape;704;p66"/>
          <p:cNvSpPr txBox="1">
            <a:spLocks noGrp="1"/>
          </p:cNvSpPr>
          <p:nvPr>
            <p:ph type="title"/>
          </p:nvPr>
        </p:nvSpPr>
        <p:spPr>
          <a:xfrm>
            <a:off x="3632350" y="3662879"/>
            <a:ext cx="4995600" cy="572700"/>
          </a:xfrm>
          <a:prstGeom prst="rect">
            <a:avLst/>
          </a:prstGeom>
        </p:spPr>
        <p:txBody>
          <a:bodyPr spcFirstLastPara="1" wrap="square" lIns="0" tIns="91425" rIns="91425" bIns="0" anchor="b" anchorCtr="0">
            <a:noAutofit/>
          </a:bodyPr>
          <a:lstStyle/>
          <a:p>
            <a:pPr marL="0" lvl="0" indent="0" algn="ctr" rtl="0">
              <a:spcBef>
                <a:spcPts val="0"/>
              </a:spcBef>
              <a:spcAft>
                <a:spcPts val="0"/>
              </a:spcAft>
              <a:buNone/>
            </a:pPr>
            <a:r>
              <a:rPr lang="en" sz="2200" dirty="0"/>
              <a:t>References</a:t>
            </a:r>
            <a:endParaRPr sz="2200" dirty="0"/>
          </a:p>
        </p:txBody>
      </p:sp>
      <p:sp>
        <p:nvSpPr>
          <p:cNvPr id="705" name="Google Shape;705;p66"/>
          <p:cNvSpPr txBox="1"/>
          <p:nvPr/>
        </p:nvSpPr>
        <p:spPr>
          <a:xfrm>
            <a:off x="3632425" y="4158300"/>
            <a:ext cx="53823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i="1">
                <a:solidFill>
                  <a:schemeClr val="lt1"/>
                </a:solidFill>
                <a:latin typeface="Red Hat Display"/>
                <a:ea typeface="Red Hat Display"/>
                <a:cs typeface="Red Hat Display"/>
                <a:sym typeface="Red Hat Display"/>
              </a:rPr>
              <a:t>City of Calgary Open Data Portal: Current Year Property Assessments (Parcel). Current Year Property Assessments (Parcel) | Open Calgary </a:t>
            </a:r>
            <a:endParaRPr sz="1100" i="1">
              <a:solidFill>
                <a:schemeClr val="lt1"/>
              </a:solidFill>
              <a:latin typeface="Red Hat Display"/>
              <a:ea typeface="Red Hat Display"/>
              <a:cs typeface="Red Hat Display"/>
              <a:sym typeface="Red Hat Display"/>
            </a:endParaRPr>
          </a:p>
          <a:p>
            <a:pPr marL="0" lvl="0" indent="0" algn="l" rtl="0">
              <a:spcBef>
                <a:spcPts val="0"/>
              </a:spcBef>
              <a:spcAft>
                <a:spcPts val="0"/>
              </a:spcAft>
              <a:buNone/>
            </a:pPr>
            <a:r>
              <a:rPr lang="en" sz="1100" i="1">
                <a:solidFill>
                  <a:schemeClr val="lt1"/>
                </a:solidFill>
                <a:latin typeface="Red Hat Display"/>
                <a:ea typeface="Red Hat Display"/>
                <a:cs typeface="Red Hat Display"/>
                <a:sym typeface="Red Hat Display"/>
              </a:rPr>
              <a:t>Gyourko, J., Mayer, C., &amp; Sinai, T. (2006). Superstar Cities(NBER Working Paper No. 12355). National Bureau of Economic Research. Microsoft Word - superstar_cities_06-16-06-final.doc</a:t>
            </a:r>
            <a:endParaRPr sz="1100" i="1">
              <a:solidFill>
                <a:schemeClr val="lt1"/>
              </a:solidFill>
              <a:latin typeface="Red Hat Display"/>
              <a:ea typeface="Red Hat Display"/>
              <a:cs typeface="Red Hat Display"/>
              <a:sym typeface="Red Hat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67"/>
          <p:cNvSpPr txBox="1">
            <a:spLocks noGrp="1"/>
          </p:cNvSpPr>
          <p:nvPr>
            <p:ph type="title"/>
          </p:nvPr>
        </p:nvSpPr>
        <p:spPr>
          <a:xfrm>
            <a:off x="228600" y="2160392"/>
            <a:ext cx="5760900" cy="587700"/>
          </a:xfrm>
          <a:prstGeom prst="rect">
            <a:avLst/>
          </a:prstGeom>
        </p:spPr>
        <p:txBody>
          <a:bodyPr spcFirstLastPara="1" wrap="square" lIns="0" tIns="91425" rIns="91425" bIns="0" anchor="b" anchorCtr="0">
            <a:noAutofit/>
          </a:bodyPr>
          <a:lstStyle/>
          <a:p>
            <a:pPr marL="0" lvl="0" indent="0" algn="ctr"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2188</Words>
  <Application>Microsoft Office PowerPoint</Application>
  <PresentationFormat>On-screen Show (16:9)</PresentationFormat>
  <Paragraphs>160</Paragraphs>
  <Slides>13</Slides>
  <Notes>13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Red Hat Display</vt:lpstr>
      <vt:lpstr>Courier New</vt:lpstr>
      <vt:lpstr>Verdana</vt:lpstr>
      <vt:lpstr>Calibri</vt:lpstr>
      <vt:lpstr>Arial</vt:lpstr>
      <vt:lpstr>Noto Sans Symbols</vt:lpstr>
      <vt:lpstr>Red Hat Display SemiBold</vt:lpstr>
      <vt:lpstr>Red Hat Display Medium</vt:lpstr>
      <vt:lpstr>Simple Light</vt:lpstr>
      <vt:lpstr>Investor Pitch Presentation</vt:lpstr>
      <vt:lpstr>Analyzing the Influence of Neighbourhood and Other Property Attributes on Calgary’s 2025 Property Assessment Values </vt:lpstr>
      <vt:lpstr>Guiding Question</vt:lpstr>
      <vt:lpstr>Background</vt:lpstr>
      <vt:lpstr>Visualization For Average Assessed Values </vt:lpstr>
      <vt:lpstr>Visualization For Average Assessed Values </vt:lpstr>
      <vt:lpstr>Bar chart for assessed value per square foot across communities </vt:lpstr>
      <vt:lpstr>PowerPoint Presentation</vt:lpstr>
      <vt:lpstr>Statistical Methods (Regression)</vt:lpstr>
      <vt:lpstr>PowerPoint Presentation</vt:lpstr>
      <vt:lpstr>PowerPoint Presentation</vt:lpstr>
      <vt:lpstr>Future Directions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Bhuvan Dubey</cp:lastModifiedBy>
  <cp:revision>3</cp:revision>
  <dcterms:modified xsi:type="dcterms:W3CDTF">2025-12-05T01:20:30Z</dcterms:modified>
</cp:coreProperties>
</file>